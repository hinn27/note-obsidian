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notesMasterIdLst>
    <p:notesMasterId r:id="rId20"/>
  </p:notesMasterIdLst>
  <p:handoutMasterIdLst>
    <p:handoutMasterId r:id="rId21"/>
  </p:handoutMasterIdLst>
  <p:sldIdLst>
    <p:sldId id="484" r:id="rId2"/>
    <p:sldId id="499" r:id="rId3"/>
    <p:sldId id="501" r:id="rId4"/>
    <p:sldId id="502" r:id="rId5"/>
    <p:sldId id="503" r:id="rId6"/>
    <p:sldId id="505" r:id="rId7"/>
    <p:sldId id="506" r:id="rId8"/>
    <p:sldId id="507" r:id="rId9"/>
    <p:sldId id="488" r:id="rId10"/>
    <p:sldId id="489" r:id="rId11"/>
    <p:sldId id="490" r:id="rId12"/>
    <p:sldId id="491" r:id="rId13"/>
    <p:sldId id="492" r:id="rId14"/>
    <p:sldId id="493" r:id="rId15"/>
    <p:sldId id="494" r:id="rId16"/>
    <p:sldId id="495" r:id="rId17"/>
    <p:sldId id="496" r:id="rId18"/>
    <p:sldId id="49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0C650AF-D70C-4C72-807E-CA8005841A33}">
          <p14:sldIdLst>
            <p14:sldId id="484"/>
            <p14:sldId id="499"/>
            <p14:sldId id="501"/>
            <p14:sldId id="502"/>
            <p14:sldId id="503"/>
            <p14:sldId id="505"/>
            <p14:sldId id="506"/>
            <p14:sldId id="507"/>
            <p14:sldId id="488"/>
            <p14:sldId id="489"/>
            <p14:sldId id="490"/>
            <p14:sldId id="491"/>
            <p14:sldId id="492"/>
            <p14:sldId id="493"/>
            <p14:sldId id="494"/>
            <p14:sldId id="495"/>
            <p14:sldId id="496"/>
            <p14:sldId id="497"/>
          </p14:sldIdLst>
        </p14:section>
      </p14:sectionLst>
    </p:ex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CC0099"/>
    <a:srgbClr val="D8F0FF"/>
    <a:srgbClr val="9BD9FF"/>
    <a:srgbClr val="008EE5"/>
    <a:srgbClr val="03B3DD"/>
    <a:srgbClr val="0090E5"/>
    <a:srgbClr val="03B4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70" autoAdjust="0"/>
    <p:restoredTop sz="94660"/>
  </p:normalViewPr>
  <p:slideViewPr>
    <p:cSldViewPr snapToGrid="0">
      <p:cViewPr>
        <p:scale>
          <a:sx n="86" d="100"/>
          <a:sy n="86" d="100"/>
        </p:scale>
        <p:origin x="1566" y="474"/>
      </p:cViewPr>
      <p:guideLst>
        <p:guide orient="horz" pos="2160"/>
        <p:guide pos="381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4" d="100"/>
          <a:sy n="64" d="100"/>
        </p:scale>
        <p:origin x="3115"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F215930-8719-4C15-9737-2648B85A77AE}" type="datetimeFigureOut">
              <a:rPr lang="en-US" smtClean="0"/>
              <a:t>12/15/2025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19F2053-7AB1-48B2-9643-49BF192C4775}" type="slidenum">
              <a:rPr lang="en-US" smtClean="0"/>
              <a:t>‹#›</a:t>
            </a:fld>
            <a:endParaRPr lang="en-US"/>
          </a:p>
        </p:txBody>
      </p:sp>
    </p:spTree>
    <p:extLst>
      <p:ext uri="{BB962C8B-B14F-4D97-AF65-F5344CB8AC3E}">
        <p14:creationId xmlns:p14="http://schemas.microsoft.com/office/powerpoint/2010/main" val="9290518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E4456ED-8D73-4DA4-A78C-89D419F66C39}" type="datetimeFigureOut">
              <a:rPr lang="en-US" smtClean="0"/>
              <a:t>12/15/2025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06AED4D-2311-4E17-8D7B-C33F7112F39F}" type="slidenum">
              <a:rPr lang="en-US" smtClean="0"/>
              <a:t>‹#›</a:t>
            </a:fld>
            <a:endParaRPr lang="en-US"/>
          </a:p>
        </p:txBody>
      </p:sp>
    </p:spTree>
    <p:extLst>
      <p:ext uri="{BB962C8B-B14F-4D97-AF65-F5344CB8AC3E}">
        <p14:creationId xmlns:p14="http://schemas.microsoft.com/office/powerpoint/2010/main" val="2306310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67558" y="1024758"/>
            <a:ext cx="11225047" cy="5234152"/>
          </a:xfrm>
          <a:prstGeom prst="rect">
            <a:avLst/>
          </a:prstGeom>
        </p:spPr>
        <p:txBody>
          <a:bodyPr>
            <a:normAutofit/>
          </a:bodyPr>
          <a:lstStyle>
            <a:lvl1pPr marL="228600" indent="-228600">
              <a:buClr>
                <a:srgbClr val="0000CC"/>
              </a:buClr>
              <a:buFont typeface="Wingdings" pitchFamily="2" charset="2"/>
              <a:buChar char="§"/>
              <a:defRPr sz="2800" b="0">
                <a:latin typeface="Times New Roman" pitchFamily="18" charset="0"/>
                <a:cs typeface="Times New Roman" pitchFamily="18" charset="0"/>
              </a:defRPr>
            </a:lvl1pPr>
            <a:lvl2pPr marL="685800" indent="-228600">
              <a:buClr>
                <a:srgbClr val="FF00FF"/>
              </a:buClr>
              <a:buFont typeface="Arial" pitchFamily="34" charset="0"/>
              <a:buChar char="•"/>
              <a:defRPr sz="2400" b="0">
                <a:latin typeface="Times New Roman" pitchFamily="18" charset="0"/>
                <a:cs typeface="Times New Roman" pitchFamily="18" charset="0"/>
              </a:defRPr>
            </a:lvl2pPr>
            <a:lvl3pPr marL="1143000" indent="-228600">
              <a:buClr>
                <a:srgbClr val="009900"/>
              </a:buClr>
              <a:buFont typeface="Courier New" pitchFamily="49" charset="0"/>
              <a:buChar char="o"/>
              <a:defRPr sz="2200" b="0">
                <a:latin typeface="Times New Roman" pitchFamily="18" charset="0"/>
                <a:cs typeface="Times New Roman" pitchFamily="18" charset="0"/>
              </a:defRPr>
            </a:lvl3pPr>
            <a:lvl4pPr>
              <a:defRPr sz="2200" b="0">
                <a:latin typeface="Times New Roman" pitchFamily="18" charset="0"/>
                <a:cs typeface="Times New Roman" pitchFamily="18" charset="0"/>
              </a:defRPr>
            </a:lvl4pPr>
            <a:lvl5pPr>
              <a:defRPr sz="2200" b="0">
                <a:latin typeface="Times New Roman" pitchFamily="18" charset="0"/>
                <a:cs typeface="Times New Roman" pitchFamily="18" charset="0"/>
              </a:defRPr>
            </a:lvl5pPr>
          </a:lstStyle>
          <a:p>
            <a:pPr lvl="0"/>
            <a:r>
              <a:rPr lang="en-US" dirty="0"/>
              <a:t>Edit Master text styles</a:t>
            </a:r>
          </a:p>
          <a:p>
            <a:pPr lvl="1"/>
            <a:r>
              <a:rPr lang="en-US"/>
              <a:t>Second </a:t>
            </a:r>
            <a:r>
              <a:rPr lang="en-US" dirty="0"/>
              <a:t>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3"/>
          </p:nvPr>
        </p:nvSpPr>
        <p:spPr>
          <a:xfrm>
            <a:off x="278231" y="6482377"/>
            <a:ext cx="5522493" cy="365125"/>
          </a:xfrm>
          <a:prstGeom prst="rect">
            <a:avLst/>
          </a:prstGeom>
        </p:spPr>
        <p:txBody>
          <a:bodyPr vert="horz" lIns="91440" tIns="45720" rIns="91440" bIns="45720" rtlCol="0" anchor="ctr"/>
          <a:lstStyle>
            <a:lvl1pPr algn="l">
              <a:defRPr sz="1400" b="1">
                <a:solidFill>
                  <a:schemeClr val="bg1"/>
                </a:solidFill>
                <a:latin typeface="Times New Roman" panose="02020603050405020304" pitchFamily="18" charset="0"/>
                <a:cs typeface="Times New Roman" panose="02020603050405020304" pitchFamily="18" charset="0"/>
              </a:defRPr>
            </a:lvl1pPr>
          </a:lstStyle>
          <a:p>
            <a:r>
              <a:rPr lang="en-US"/>
              <a:t>KHOA CÔNG NGHỆ THÔNG TIN – LẬP TRÌNH TYPESCRIPT</a:t>
            </a:r>
            <a:endParaRPr lang="en-US" dirty="0"/>
          </a:p>
        </p:txBody>
      </p:sp>
      <p:sp>
        <p:nvSpPr>
          <p:cNvPr id="12" name="Slide Number Placeholder 5"/>
          <p:cNvSpPr>
            <a:spLocks noGrp="1"/>
          </p:cNvSpPr>
          <p:nvPr>
            <p:ph type="sldNum" sz="quarter" idx="4"/>
          </p:nvPr>
        </p:nvSpPr>
        <p:spPr>
          <a:xfrm>
            <a:off x="9109164" y="6403648"/>
            <a:ext cx="2743200" cy="365125"/>
          </a:xfrm>
          <a:prstGeom prst="rect">
            <a:avLst/>
          </a:prstGeom>
        </p:spPr>
        <p:txBody>
          <a:bodyPr vert="horz" lIns="91440" tIns="45720" rIns="91440" bIns="45720" rtlCol="0" anchor="ctr"/>
          <a:lstStyle>
            <a:lvl1pPr algn="r">
              <a:defRPr sz="1200">
                <a:solidFill>
                  <a:schemeClr val="tx1"/>
                </a:solidFill>
              </a:defRPr>
            </a:lvl1pPr>
          </a:lstStyle>
          <a:p>
            <a:fld id="{3A02590D-67BD-4DF2-8CAA-B9002293EB8E}" type="slidenum">
              <a:rPr lang="en-US" smtClean="0"/>
              <a:pPr/>
              <a:t>‹#›</a:t>
            </a:fld>
            <a:endParaRPr lang="en-US" dirty="0"/>
          </a:p>
        </p:txBody>
      </p:sp>
      <p:sp>
        <p:nvSpPr>
          <p:cNvPr id="14" name="Title 13"/>
          <p:cNvSpPr>
            <a:spLocks noGrp="1"/>
          </p:cNvSpPr>
          <p:nvPr>
            <p:ph type="title" hasCustomPrompt="1"/>
          </p:nvPr>
        </p:nvSpPr>
        <p:spPr>
          <a:xfrm>
            <a:off x="2396360" y="2870"/>
            <a:ext cx="9795640" cy="796628"/>
          </a:xfrm>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Tree>
    <p:extLst>
      <p:ext uri="{BB962C8B-B14F-4D97-AF65-F5344CB8AC3E}">
        <p14:creationId xmlns:p14="http://schemas.microsoft.com/office/powerpoint/2010/main" val="22090326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185459"/>
            <a:ext cx="12192000" cy="1680504"/>
          </a:xfrm>
          <a:prstGeom prst="rect">
            <a:avLst/>
          </a:prstGeom>
        </p:spPr>
      </p:pic>
      <p:pic>
        <p:nvPicPr>
          <p:cNvPr id="19" name="Picture 1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026329" y="3784922"/>
            <a:ext cx="6165669" cy="3081040"/>
          </a:xfrm>
          <a:prstGeom prst="rect">
            <a:avLst/>
          </a:prstGeom>
        </p:spPr>
      </p:pic>
      <p:pic>
        <p:nvPicPr>
          <p:cNvPr id="23" name="Picture 2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026330" y="3784922"/>
            <a:ext cx="6165669" cy="3081040"/>
          </a:xfrm>
          <a:prstGeom prst="rect">
            <a:avLst/>
          </a:prstGeom>
        </p:spPr>
      </p:pic>
      <p:pic>
        <p:nvPicPr>
          <p:cNvPr id="29" name="Picture 28"/>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6482377"/>
            <a:ext cx="6026329" cy="383585"/>
          </a:xfrm>
          <a:prstGeom prst="rect">
            <a:avLst/>
          </a:prstGeom>
        </p:spPr>
      </p:pic>
      <p:sp>
        <p:nvSpPr>
          <p:cNvPr id="3" name="Rectangle 2"/>
          <p:cNvSpPr/>
          <p:nvPr userDrawn="1"/>
        </p:nvSpPr>
        <p:spPr>
          <a:xfrm>
            <a:off x="1812003" y="0"/>
            <a:ext cx="10385077" cy="804707"/>
          </a:xfrm>
          <a:custGeom>
            <a:avLst/>
            <a:gdLst>
              <a:gd name="connsiteX0" fmla="*/ 0 w 9517626"/>
              <a:gd name="connsiteY0" fmla="*/ 0 h 783157"/>
              <a:gd name="connsiteX1" fmla="*/ 9517626 w 9517626"/>
              <a:gd name="connsiteY1" fmla="*/ 0 h 783157"/>
              <a:gd name="connsiteX2" fmla="*/ 9517626 w 9517626"/>
              <a:gd name="connsiteY2" fmla="*/ 783157 h 783157"/>
              <a:gd name="connsiteX3" fmla="*/ 0 w 9517626"/>
              <a:gd name="connsiteY3" fmla="*/ 783157 h 783157"/>
              <a:gd name="connsiteX4" fmla="*/ 0 w 9517626"/>
              <a:gd name="connsiteY4" fmla="*/ 0 h 783157"/>
              <a:gd name="connsiteX0" fmla="*/ 117987 w 9635613"/>
              <a:gd name="connsiteY0" fmla="*/ 0 h 783157"/>
              <a:gd name="connsiteX1" fmla="*/ 9635613 w 9635613"/>
              <a:gd name="connsiteY1" fmla="*/ 0 h 783157"/>
              <a:gd name="connsiteX2" fmla="*/ 9635613 w 9635613"/>
              <a:gd name="connsiteY2" fmla="*/ 783157 h 783157"/>
              <a:gd name="connsiteX3" fmla="*/ 0 w 9635613"/>
              <a:gd name="connsiteY3" fmla="*/ 724164 h 783157"/>
              <a:gd name="connsiteX4" fmla="*/ 117987 w 9635613"/>
              <a:gd name="connsiteY4" fmla="*/ 0 h 783157"/>
              <a:gd name="connsiteX0" fmla="*/ 570271 w 10087897"/>
              <a:gd name="connsiteY0" fmla="*/ 0 h 822487"/>
              <a:gd name="connsiteX1" fmla="*/ 10087897 w 10087897"/>
              <a:gd name="connsiteY1" fmla="*/ 0 h 822487"/>
              <a:gd name="connsiteX2" fmla="*/ 10087897 w 10087897"/>
              <a:gd name="connsiteY2" fmla="*/ 783157 h 822487"/>
              <a:gd name="connsiteX3" fmla="*/ 0 w 10087897"/>
              <a:gd name="connsiteY3" fmla="*/ 822487 h 822487"/>
              <a:gd name="connsiteX4" fmla="*/ 570271 w 10087897"/>
              <a:gd name="connsiteY4" fmla="*/ 0 h 822487"/>
              <a:gd name="connsiteX0" fmla="*/ 570271 w 10087897"/>
              <a:gd name="connsiteY0" fmla="*/ 0 h 822487"/>
              <a:gd name="connsiteX1" fmla="*/ 10087897 w 10087897"/>
              <a:gd name="connsiteY1" fmla="*/ 0 h 822487"/>
              <a:gd name="connsiteX2" fmla="*/ 10087897 w 10087897"/>
              <a:gd name="connsiteY2" fmla="*/ 812654 h 822487"/>
              <a:gd name="connsiteX3" fmla="*/ 0 w 10087897"/>
              <a:gd name="connsiteY3" fmla="*/ 822487 h 822487"/>
              <a:gd name="connsiteX4" fmla="*/ 570271 w 10087897"/>
              <a:gd name="connsiteY4" fmla="*/ 0 h 822487"/>
              <a:gd name="connsiteX0" fmla="*/ 570271 w 10087897"/>
              <a:gd name="connsiteY0" fmla="*/ 0 h 822487"/>
              <a:gd name="connsiteX1" fmla="*/ 10087897 w 10087897"/>
              <a:gd name="connsiteY1" fmla="*/ 0 h 822487"/>
              <a:gd name="connsiteX2" fmla="*/ 10084087 w 10087897"/>
              <a:gd name="connsiteY2" fmla="*/ 801224 h 822487"/>
              <a:gd name="connsiteX3" fmla="*/ 0 w 10087897"/>
              <a:gd name="connsiteY3" fmla="*/ 822487 h 822487"/>
              <a:gd name="connsiteX4" fmla="*/ 570271 w 10087897"/>
              <a:gd name="connsiteY4" fmla="*/ 0 h 822487"/>
              <a:gd name="connsiteX0" fmla="*/ 570271 w 10091707"/>
              <a:gd name="connsiteY0" fmla="*/ 0 h 822487"/>
              <a:gd name="connsiteX1" fmla="*/ 10087897 w 10091707"/>
              <a:gd name="connsiteY1" fmla="*/ 0 h 822487"/>
              <a:gd name="connsiteX2" fmla="*/ 10091707 w 10091707"/>
              <a:gd name="connsiteY2" fmla="*/ 798684 h 822487"/>
              <a:gd name="connsiteX3" fmla="*/ 0 w 10091707"/>
              <a:gd name="connsiteY3" fmla="*/ 822487 h 822487"/>
              <a:gd name="connsiteX4" fmla="*/ 570271 w 10091707"/>
              <a:gd name="connsiteY4" fmla="*/ 0 h 822487"/>
              <a:gd name="connsiteX0" fmla="*/ 557571 w 10079007"/>
              <a:gd name="connsiteY0" fmla="*/ 0 h 804707"/>
              <a:gd name="connsiteX1" fmla="*/ 10075197 w 10079007"/>
              <a:gd name="connsiteY1" fmla="*/ 0 h 804707"/>
              <a:gd name="connsiteX2" fmla="*/ 10079007 w 10079007"/>
              <a:gd name="connsiteY2" fmla="*/ 798684 h 804707"/>
              <a:gd name="connsiteX3" fmla="*/ 0 w 10079007"/>
              <a:gd name="connsiteY3" fmla="*/ 804707 h 804707"/>
              <a:gd name="connsiteX4" fmla="*/ 557571 w 10079007"/>
              <a:gd name="connsiteY4" fmla="*/ 0 h 804707"/>
              <a:gd name="connsiteX0" fmla="*/ 557571 w 10387617"/>
              <a:gd name="connsiteY0" fmla="*/ 0 h 804707"/>
              <a:gd name="connsiteX1" fmla="*/ 10387617 w 10387617"/>
              <a:gd name="connsiteY1" fmla="*/ 2540 h 804707"/>
              <a:gd name="connsiteX2" fmla="*/ 10079007 w 10387617"/>
              <a:gd name="connsiteY2" fmla="*/ 798684 h 804707"/>
              <a:gd name="connsiteX3" fmla="*/ 0 w 10387617"/>
              <a:gd name="connsiteY3" fmla="*/ 804707 h 804707"/>
              <a:gd name="connsiteX4" fmla="*/ 557571 w 10387617"/>
              <a:gd name="connsiteY4" fmla="*/ 0 h 804707"/>
              <a:gd name="connsiteX0" fmla="*/ 557571 w 10387617"/>
              <a:gd name="connsiteY0" fmla="*/ 0 h 804707"/>
              <a:gd name="connsiteX1" fmla="*/ 10387617 w 10387617"/>
              <a:gd name="connsiteY1" fmla="*/ 2540 h 804707"/>
              <a:gd name="connsiteX2" fmla="*/ 10381267 w 10387617"/>
              <a:gd name="connsiteY2" fmla="*/ 801224 h 804707"/>
              <a:gd name="connsiteX3" fmla="*/ 0 w 10387617"/>
              <a:gd name="connsiteY3" fmla="*/ 804707 h 804707"/>
              <a:gd name="connsiteX4" fmla="*/ 557571 w 10387617"/>
              <a:gd name="connsiteY4" fmla="*/ 0 h 804707"/>
              <a:gd name="connsiteX0" fmla="*/ 557571 w 10385077"/>
              <a:gd name="connsiteY0" fmla="*/ 0 h 804707"/>
              <a:gd name="connsiteX1" fmla="*/ 10385077 w 10385077"/>
              <a:gd name="connsiteY1" fmla="*/ 0 h 804707"/>
              <a:gd name="connsiteX2" fmla="*/ 10381267 w 10385077"/>
              <a:gd name="connsiteY2" fmla="*/ 801224 h 804707"/>
              <a:gd name="connsiteX3" fmla="*/ 0 w 10385077"/>
              <a:gd name="connsiteY3" fmla="*/ 804707 h 804707"/>
              <a:gd name="connsiteX4" fmla="*/ 557571 w 10385077"/>
              <a:gd name="connsiteY4" fmla="*/ 0 h 8047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5077" h="804707">
                <a:moveTo>
                  <a:pt x="557571" y="0"/>
                </a:moveTo>
                <a:lnTo>
                  <a:pt x="10385077" y="0"/>
                </a:lnTo>
                <a:cubicBezTo>
                  <a:pt x="10382960" y="266228"/>
                  <a:pt x="10383384" y="534996"/>
                  <a:pt x="10381267" y="801224"/>
                </a:cubicBezTo>
                <a:lnTo>
                  <a:pt x="0" y="804707"/>
                </a:lnTo>
                <a:lnTo>
                  <a:pt x="557571" y="0"/>
                </a:lnTo>
                <a:close/>
              </a:path>
            </a:pathLst>
          </a:custGeom>
          <a:gradFill flip="none" rotWithShape="1">
            <a:gsLst>
              <a:gs pos="0">
                <a:srgbClr val="03B3DD"/>
              </a:gs>
              <a:gs pos="100000">
                <a:srgbClr val="008EE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userDrawn="1"/>
        </p:nvSpPr>
        <p:spPr>
          <a:xfrm>
            <a:off x="860" y="-5062"/>
            <a:ext cx="2233324" cy="808230"/>
          </a:xfrm>
          <a:custGeom>
            <a:avLst/>
            <a:gdLst>
              <a:gd name="connsiteX0" fmla="*/ 0 w 1818968"/>
              <a:gd name="connsiteY0" fmla="*/ 0 h 783157"/>
              <a:gd name="connsiteX1" fmla="*/ 1818968 w 1818968"/>
              <a:gd name="connsiteY1" fmla="*/ 0 h 783157"/>
              <a:gd name="connsiteX2" fmla="*/ 1818968 w 1818968"/>
              <a:gd name="connsiteY2" fmla="*/ 783157 h 783157"/>
              <a:gd name="connsiteX3" fmla="*/ 0 w 1818968"/>
              <a:gd name="connsiteY3" fmla="*/ 783157 h 783157"/>
              <a:gd name="connsiteX4" fmla="*/ 0 w 1818968"/>
              <a:gd name="connsiteY4" fmla="*/ 0 h 783157"/>
              <a:gd name="connsiteX0" fmla="*/ 0 w 2349910"/>
              <a:gd name="connsiteY0" fmla="*/ 9833 h 792990"/>
              <a:gd name="connsiteX1" fmla="*/ 2349910 w 2349910"/>
              <a:gd name="connsiteY1" fmla="*/ 0 h 792990"/>
              <a:gd name="connsiteX2" fmla="*/ 1818968 w 2349910"/>
              <a:gd name="connsiteY2" fmla="*/ 792990 h 792990"/>
              <a:gd name="connsiteX3" fmla="*/ 0 w 2349910"/>
              <a:gd name="connsiteY3" fmla="*/ 792990 h 792990"/>
              <a:gd name="connsiteX4" fmla="*/ 0 w 2349910"/>
              <a:gd name="connsiteY4" fmla="*/ 9833 h 792990"/>
              <a:gd name="connsiteX0" fmla="*/ 0 w 2349910"/>
              <a:gd name="connsiteY0" fmla="*/ 9833 h 792990"/>
              <a:gd name="connsiteX1" fmla="*/ 2349910 w 2349910"/>
              <a:gd name="connsiteY1" fmla="*/ 0 h 792990"/>
              <a:gd name="connsiteX2" fmla="*/ 1818968 w 2349910"/>
              <a:gd name="connsiteY2" fmla="*/ 792990 h 792990"/>
              <a:gd name="connsiteX3" fmla="*/ 0 w 2349910"/>
              <a:gd name="connsiteY3" fmla="*/ 792990 h 792990"/>
              <a:gd name="connsiteX4" fmla="*/ 0 w 2349910"/>
              <a:gd name="connsiteY4" fmla="*/ 9833 h 792990"/>
              <a:gd name="connsiteX0" fmla="*/ 144780 w 2349910"/>
              <a:gd name="connsiteY0" fmla="*/ 93653 h 792990"/>
              <a:gd name="connsiteX1" fmla="*/ 2349910 w 2349910"/>
              <a:gd name="connsiteY1" fmla="*/ 0 h 792990"/>
              <a:gd name="connsiteX2" fmla="*/ 1818968 w 2349910"/>
              <a:gd name="connsiteY2" fmla="*/ 792990 h 792990"/>
              <a:gd name="connsiteX3" fmla="*/ 0 w 2349910"/>
              <a:gd name="connsiteY3" fmla="*/ 792990 h 792990"/>
              <a:gd name="connsiteX4" fmla="*/ 144780 w 2349910"/>
              <a:gd name="connsiteY4" fmla="*/ 93653 h 792990"/>
              <a:gd name="connsiteX0" fmla="*/ 140970 w 2349910"/>
              <a:gd name="connsiteY0" fmla="*/ 2213 h 792990"/>
              <a:gd name="connsiteX1" fmla="*/ 2349910 w 2349910"/>
              <a:gd name="connsiteY1" fmla="*/ 0 h 792990"/>
              <a:gd name="connsiteX2" fmla="*/ 1818968 w 2349910"/>
              <a:gd name="connsiteY2" fmla="*/ 792990 h 792990"/>
              <a:gd name="connsiteX3" fmla="*/ 0 w 2349910"/>
              <a:gd name="connsiteY3" fmla="*/ 792990 h 792990"/>
              <a:gd name="connsiteX4" fmla="*/ 140970 w 2349910"/>
              <a:gd name="connsiteY4" fmla="*/ 2213 h 792990"/>
              <a:gd name="connsiteX0" fmla="*/ 0 w 2208940"/>
              <a:gd name="connsiteY0" fmla="*/ 2213 h 808230"/>
              <a:gd name="connsiteX1" fmla="*/ 2208940 w 2208940"/>
              <a:gd name="connsiteY1" fmla="*/ 0 h 808230"/>
              <a:gd name="connsiteX2" fmla="*/ 1677998 w 2208940"/>
              <a:gd name="connsiteY2" fmla="*/ 792990 h 808230"/>
              <a:gd name="connsiteX3" fmla="*/ 0 w 2208940"/>
              <a:gd name="connsiteY3" fmla="*/ 808230 h 808230"/>
              <a:gd name="connsiteX4" fmla="*/ 0 w 2208940"/>
              <a:gd name="connsiteY4" fmla="*/ 2213 h 808230"/>
              <a:gd name="connsiteX0" fmla="*/ 0 w 2208940"/>
              <a:gd name="connsiteY0" fmla="*/ 2213 h 808230"/>
              <a:gd name="connsiteX1" fmla="*/ 2208940 w 2208940"/>
              <a:gd name="connsiteY1" fmla="*/ 0 h 808230"/>
              <a:gd name="connsiteX2" fmla="*/ 1677998 w 2208940"/>
              <a:gd name="connsiteY2" fmla="*/ 808230 h 808230"/>
              <a:gd name="connsiteX3" fmla="*/ 0 w 2208940"/>
              <a:gd name="connsiteY3" fmla="*/ 808230 h 808230"/>
              <a:gd name="connsiteX4" fmla="*/ 0 w 2208940"/>
              <a:gd name="connsiteY4" fmla="*/ 2213 h 808230"/>
              <a:gd name="connsiteX0" fmla="*/ 0 w 2233324"/>
              <a:gd name="connsiteY0" fmla="*/ 2213 h 808230"/>
              <a:gd name="connsiteX1" fmla="*/ 2233324 w 2233324"/>
              <a:gd name="connsiteY1" fmla="*/ 0 h 808230"/>
              <a:gd name="connsiteX2" fmla="*/ 1677998 w 2233324"/>
              <a:gd name="connsiteY2" fmla="*/ 808230 h 808230"/>
              <a:gd name="connsiteX3" fmla="*/ 0 w 2233324"/>
              <a:gd name="connsiteY3" fmla="*/ 808230 h 808230"/>
              <a:gd name="connsiteX4" fmla="*/ 0 w 2233324"/>
              <a:gd name="connsiteY4" fmla="*/ 2213 h 808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3324" h="808230">
                <a:moveTo>
                  <a:pt x="0" y="2213"/>
                </a:moveTo>
                <a:lnTo>
                  <a:pt x="2233324" y="0"/>
                </a:lnTo>
                <a:lnTo>
                  <a:pt x="1677998" y="808230"/>
                </a:lnTo>
                <a:lnTo>
                  <a:pt x="0" y="808230"/>
                </a:lnTo>
                <a:lnTo>
                  <a:pt x="0" y="2213"/>
                </a:lnTo>
                <a:close/>
              </a:path>
            </a:pathLst>
          </a:custGeom>
          <a:solidFill>
            <a:srgbClr val="D8F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 Placeholder 2"/>
          <p:cNvSpPr>
            <a:spLocks noGrp="1"/>
          </p:cNvSpPr>
          <p:nvPr>
            <p:ph type="body" idx="1"/>
          </p:nvPr>
        </p:nvSpPr>
        <p:spPr>
          <a:xfrm>
            <a:off x="614855" y="1088570"/>
            <a:ext cx="11161986" cy="5249167"/>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2" name="Picture 31"/>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43611" y="129015"/>
            <a:ext cx="1434898" cy="523765"/>
          </a:xfrm>
          <a:prstGeom prst="rect">
            <a:avLst/>
          </a:prstGeom>
        </p:spPr>
      </p:pic>
      <p:sp>
        <p:nvSpPr>
          <p:cNvPr id="24" name="Title Placeholder 1"/>
          <p:cNvSpPr>
            <a:spLocks noGrp="1"/>
          </p:cNvSpPr>
          <p:nvPr>
            <p:ph type="title"/>
          </p:nvPr>
        </p:nvSpPr>
        <p:spPr>
          <a:xfrm>
            <a:off x="2554014" y="2870"/>
            <a:ext cx="9637985" cy="796628"/>
          </a:xfrm>
          <a:prstGeom prst="rect">
            <a:avLst/>
          </a:prstGeom>
        </p:spPr>
        <p:txBody>
          <a:bodyPr vert="horz" lIns="91440" tIns="45720" rIns="91440" bIns="45720" rtlCol="0" anchor="ctr">
            <a:normAutofit/>
          </a:bodyPr>
          <a:lstStyle/>
          <a:p>
            <a:r>
              <a:rPr lang="en-US" dirty="0"/>
              <a:t>Click to edit Master title style</a:t>
            </a:r>
          </a:p>
        </p:txBody>
      </p:sp>
      <p:sp>
        <p:nvSpPr>
          <p:cNvPr id="17" name="Footer Placeholder 4"/>
          <p:cNvSpPr>
            <a:spLocks noGrp="1"/>
          </p:cNvSpPr>
          <p:nvPr>
            <p:ph type="ftr" sz="quarter" idx="3"/>
          </p:nvPr>
        </p:nvSpPr>
        <p:spPr>
          <a:xfrm>
            <a:off x="278232" y="6482377"/>
            <a:ext cx="4330343" cy="365125"/>
          </a:xfrm>
          <a:prstGeom prst="rect">
            <a:avLst/>
          </a:prstGeom>
        </p:spPr>
        <p:txBody>
          <a:bodyPr vert="horz" lIns="91440" tIns="45720" rIns="91440" bIns="45720" rtlCol="0" anchor="ctr"/>
          <a:lstStyle>
            <a:lvl1pPr algn="l">
              <a:defRPr sz="1200" b="1">
                <a:solidFill>
                  <a:schemeClr val="bg1"/>
                </a:solidFill>
              </a:defRPr>
            </a:lvl1pPr>
          </a:lstStyle>
          <a:p>
            <a:r>
              <a:rPr lang="en-US"/>
              <a:t>KHOA CÔNG NGHỆ THÔNG TIN – LẬP TRÌNH TYPESCRIPT</a:t>
            </a:r>
            <a:endParaRPr lang="en-US" dirty="0"/>
          </a:p>
        </p:txBody>
      </p:sp>
      <p:sp>
        <p:nvSpPr>
          <p:cNvPr id="18" name="Slide Number Placeholder 5"/>
          <p:cNvSpPr>
            <a:spLocks noGrp="1"/>
          </p:cNvSpPr>
          <p:nvPr>
            <p:ph type="sldNum" sz="quarter" idx="4"/>
          </p:nvPr>
        </p:nvSpPr>
        <p:spPr>
          <a:xfrm>
            <a:off x="9109164"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3A02590D-67BD-4DF2-8CAA-B9002293EB8E}" type="slidenum">
              <a:rPr lang="en-US" smtClean="0"/>
              <a:pPr/>
              <a:t>‹#›</a:t>
            </a:fld>
            <a:endParaRPr lang="en-US" dirty="0"/>
          </a:p>
        </p:txBody>
      </p:sp>
    </p:spTree>
    <p:extLst>
      <p:ext uri="{BB962C8B-B14F-4D97-AF65-F5344CB8AC3E}">
        <p14:creationId xmlns:p14="http://schemas.microsoft.com/office/powerpoint/2010/main" val="4279715326"/>
      </p:ext>
    </p:extLst>
  </p:cSld>
  <p:clrMap bg1="lt1" tx1="dk1" bg2="lt2" tx2="dk2" accent1="accent1" accent2="accent2" accent3="accent3" accent4="accent4" accent5="accent5" accent6="accent6" hlink="hlink" folHlink="folHlink"/>
  <p:sldLayoutIdLst>
    <p:sldLayoutId id="2147483708" r:id="rId1"/>
  </p:sldLayoutIdLst>
  <p:hf hdr="0" dt="0"/>
  <p:txStyles>
    <p:titleStyle>
      <a:lvl1pPr algn="l" defTabSz="914400" rtl="0" eaLnBrk="1" latinLnBrk="0" hangingPunct="1">
        <a:lnSpc>
          <a:spcPct val="90000"/>
        </a:lnSpc>
        <a:spcBef>
          <a:spcPct val="0"/>
        </a:spcBef>
        <a:buNone/>
        <a:defRPr sz="3200" b="1" kern="1200">
          <a:solidFill>
            <a:schemeClr val="bg1"/>
          </a:solidFill>
          <a:latin typeface="Times New Roman" pitchFamily="18" charset="0"/>
          <a:ea typeface="+mj-ea"/>
          <a:cs typeface="Times New Roman" pitchFamily="18" charset="0"/>
        </a:defRPr>
      </a:lvl1pPr>
    </p:titleStyle>
    <p:bodyStyle>
      <a:lvl1pPr marL="228600" indent="-228600" algn="l" defTabSz="914400" rtl="0" eaLnBrk="1" latinLnBrk="0" hangingPunct="1">
        <a:lnSpc>
          <a:spcPct val="90000"/>
        </a:lnSpc>
        <a:spcBef>
          <a:spcPts val="1000"/>
        </a:spcBef>
        <a:buClr>
          <a:srgbClr val="CC0099"/>
        </a:buClr>
        <a:buFont typeface="Wingdings" pitchFamily="2" charset="2"/>
        <a:buChar char="§"/>
        <a:defRPr sz="2900" kern="1200">
          <a:solidFill>
            <a:schemeClr val="tx1"/>
          </a:solidFill>
          <a:latin typeface="Times New Roman" pitchFamily="18" charset="0"/>
          <a:ea typeface="+mn-ea"/>
          <a:cs typeface="Times New Roman" pitchFamily="18" charset="0"/>
        </a:defRPr>
      </a:lvl1pPr>
      <a:lvl2pPr marL="685800" indent="-228600" algn="l" defTabSz="914400" rtl="0" eaLnBrk="1" latinLnBrk="0" hangingPunct="1">
        <a:lnSpc>
          <a:spcPct val="90000"/>
        </a:lnSpc>
        <a:spcBef>
          <a:spcPts val="500"/>
        </a:spcBef>
        <a:buClr>
          <a:srgbClr val="0000CC"/>
        </a:buClr>
        <a:buFont typeface="Arial" pitchFamily="34" charset="0"/>
        <a:buChar char="•"/>
        <a:defRPr sz="29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lnSpc>
          <a:spcPct val="90000"/>
        </a:lnSpc>
        <a:spcBef>
          <a:spcPts val="500"/>
        </a:spcBef>
        <a:buFont typeface="Courier New" pitchFamily="49" charset="0"/>
        <a:buChar char="o"/>
        <a:defRPr sz="29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9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9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04" userDrawn="1">
          <p15:clr>
            <a:srgbClr val="F26B43"/>
          </p15:clr>
        </p15:guide>
        <p15:guide id="2" pos="64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code.visualstudio.com/" TargetMode="External"/><Relationship Id="rId2" Type="http://schemas.openxmlformats.org/officeDocument/2006/relationships/hyperlink" Target="https://nodejs.org/en" TargetMode="Externa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nodejs.org/en/"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DA895CD-725F-8160-9853-7A73DCDE862C}"/>
              </a:ext>
            </a:extLst>
          </p:cNvPr>
          <p:cNvSpPr>
            <a:spLocks noGrp="1"/>
          </p:cNvSpPr>
          <p:nvPr>
            <p:ph idx="1"/>
          </p:nvPr>
        </p:nvSpPr>
        <p:spPr>
          <a:xfrm>
            <a:off x="139959" y="886408"/>
            <a:ext cx="11952513" cy="5372502"/>
          </a:xfrm>
        </p:spPr>
        <p:txBody>
          <a:bodyPr/>
          <a:lstStyle/>
          <a:p>
            <a:r>
              <a:rPr lang="en-US" b="1" dirty="0">
                <a:solidFill>
                  <a:srgbClr val="FF0000"/>
                </a:solidFill>
              </a:rPr>
              <a:t>Cài </a:t>
            </a:r>
            <a:r>
              <a:rPr lang="en-US" b="1" dirty="0" err="1">
                <a:solidFill>
                  <a:srgbClr val="FF0000"/>
                </a:solidFill>
              </a:rPr>
              <a:t>đặt</a:t>
            </a:r>
            <a:r>
              <a:rPr lang="en-US" b="1" dirty="0">
                <a:solidFill>
                  <a:srgbClr val="FF0000"/>
                </a:solidFill>
              </a:rPr>
              <a:t> </a:t>
            </a:r>
            <a:r>
              <a:rPr lang="en-US" b="1" dirty="0" err="1">
                <a:solidFill>
                  <a:srgbClr val="FF0000"/>
                </a:solidFill>
              </a:rPr>
              <a:t>môi</a:t>
            </a:r>
            <a:r>
              <a:rPr lang="en-US" b="1" dirty="0">
                <a:solidFill>
                  <a:srgbClr val="FF0000"/>
                </a:solidFill>
              </a:rPr>
              <a:t> </a:t>
            </a:r>
            <a:r>
              <a:rPr lang="en-US" b="1" dirty="0" err="1">
                <a:solidFill>
                  <a:srgbClr val="FF0000"/>
                </a:solidFill>
              </a:rPr>
              <a:t>trường</a:t>
            </a:r>
            <a:r>
              <a:rPr lang="en-US" b="1" dirty="0">
                <a:solidFill>
                  <a:srgbClr val="FF0000"/>
                </a:solidFill>
              </a:rPr>
              <a:t>:</a:t>
            </a:r>
          </a:p>
          <a:p>
            <a:pPr lvl="1">
              <a:buFont typeface="Wingdings" panose="05000000000000000000" pitchFamily="2" charset="2"/>
              <a:buChar char="Ø"/>
            </a:pPr>
            <a:r>
              <a:rPr lang="en-US" sz="2800" b="1" dirty="0"/>
              <a:t>NodeJS &amp;&amp; </a:t>
            </a:r>
            <a:r>
              <a:rPr lang="en-US" sz="2800" b="1" dirty="0" err="1"/>
              <a:t>npm</a:t>
            </a:r>
            <a:r>
              <a:rPr lang="en-US" sz="2800" b="1" dirty="0"/>
              <a:t> </a:t>
            </a:r>
            <a:r>
              <a:rPr lang="en-US" sz="2800" dirty="0"/>
              <a:t>(Newest version):</a:t>
            </a:r>
          </a:p>
          <a:p>
            <a:pPr marL="457200" lvl="1" indent="0">
              <a:buNone/>
            </a:pPr>
            <a:r>
              <a:rPr lang="en-US" sz="2800" dirty="0"/>
              <a:t>👉 </a:t>
            </a:r>
            <a:r>
              <a:rPr lang="en-US" sz="2800" dirty="0">
                <a:hlinkClick r:id="rId2"/>
              </a:rPr>
              <a:t>https://nodejs.org/en</a:t>
            </a:r>
            <a:r>
              <a:rPr lang="en-US" sz="2800" dirty="0"/>
              <a:t> : Download file </a:t>
            </a:r>
            <a:r>
              <a:rPr lang="en-US" sz="2800" dirty="0" err="1"/>
              <a:t>cài</a:t>
            </a:r>
            <a:r>
              <a:rPr lang="en-US" sz="2800" dirty="0"/>
              <a:t> </a:t>
            </a:r>
            <a:r>
              <a:rPr lang="en-US" sz="2800" dirty="0" err="1"/>
              <a:t>đặt</a:t>
            </a:r>
            <a:r>
              <a:rPr lang="en-US" sz="2800" dirty="0"/>
              <a:t> </a:t>
            </a:r>
            <a:r>
              <a:rPr lang="en-US" sz="2800" dirty="0" err="1"/>
              <a:t>và</a:t>
            </a:r>
            <a:r>
              <a:rPr lang="en-US" sz="2800" dirty="0"/>
              <a:t> </a:t>
            </a:r>
            <a:r>
              <a:rPr lang="en-US" sz="2800" dirty="0" err="1"/>
              <a:t>chạy</a:t>
            </a:r>
            <a:endParaRPr lang="en-US" sz="2800" dirty="0"/>
          </a:p>
          <a:p>
            <a:pPr lvl="1">
              <a:buFont typeface="Wingdings" panose="05000000000000000000" pitchFamily="2" charset="2"/>
              <a:buChar char="Ø"/>
            </a:pPr>
            <a:r>
              <a:rPr lang="en-US" sz="2800" b="1" dirty="0"/>
              <a:t>Check Version</a:t>
            </a:r>
            <a:r>
              <a:rPr lang="en-US" sz="2800" dirty="0"/>
              <a:t>:</a:t>
            </a:r>
          </a:p>
          <a:p>
            <a:pPr marL="457200" lvl="1" indent="0">
              <a:buNone/>
            </a:pPr>
            <a:endParaRPr lang="en-US" sz="2800" dirty="0"/>
          </a:p>
          <a:p>
            <a:pPr marL="0" indent="0">
              <a:buNone/>
            </a:pPr>
            <a:endParaRPr lang="en-US" dirty="0"/>
          </a:p>
          <a:p>
            <a:pPr marL="293202" indent="-293202">
              <a:buFont typeface="Wingdings" panose="05000000000000000000" pitchFamily="2" charset="2"/>
              <a:buChar char="Ø"/>
            </a:pPr>
            <a:endParaRPr lang="en-US" b="1" dirty="0">
              <a:solidFill>
                <a:srgbClr val="FF0000"/>
              </a:solidFill>
              <a:latin typeface="Arial" panose="020B0604020202020204" pitchFamily="34" charset="0"/>
              <a:cs typeface="Arial" panose="020B0604020202020204" pitchFamily="34" charset="0"/>
            </a:endParaRPr>
          </a:p>
          <a:p>
            <a:pPr marL="293202" indent="-293202">
              <a:buFont typeface="Wingdings" panose="05000000000000000000" pitchFamily="2" charset="2"/>
              <a:buChar char="Ø"/>
            </a:pPr>
            <a:endParaRPr lang="en-US" b="1" dirty="0">
              <a:solidFill>
                <a:srgbClr val="FF0000"/>
              </a:solidFill>
              <a:latin typeface="Arial" panose="020B0604020202020204" pitchFamily="34" charset="0"/>
              <a:cs typeface="Arial" panose="020B0604020202020204" pitchFamily="34" charset="0"/>
            </a:endParaRPr>
          </a:p>
          <a:p>
            <a:pPr marL="293202" indent="-293202">
              <a:buFont typeface="Wingdings" panose="05000000000000000000" pitchFamily="2" charset="2"/>
              <a:buChar char="Ø"/>
            </a:pPr>
            <a:endParaRPr lang="en-US" b="1" dirty="0">
              <a:solidFill>
                <a:srgbClr val="FF0000"/>
              </a:solidFill>
              <a:latin typeface="Arial" panose="020B0604020202020204" pitchFamily="34" charset="0"/>
              <a:cs typeface="Arial" panose="020B0604020202020204" pitchFamily="34" charset="0"/>
            </a:endParaRPr>
          </a:p>
          <a:p>
            <a:r>
              <a:rPr lang="en-US" b="1" dirty="0">
                <a:solidFill>
                  <a:srgbClr val="FF0000"/>
                </a:solidFill>
                <a:latin typeface="Arial" panose="020B0604020202020204" pitchFamily="34" charset="0"/>
                <a:cs typeface="Arial" panose="020B0604020202020204" pitchFamily="34" charset="0"/>
              </a:rPr>
              <a:t>Code Editor: </a:t>
            </a:r>
          </a:p>
          <a:p>
            <a:pPr lvl="1">
              <a:buFont typeface="Wingdings" panose="05000000000000000000" pitchFamily="2" charset="2"/>
              <a:buChar char="Ø"/>
            </a:pPr>
            <a:r>
              <a:rPr lang="en-US" sz="2800" b="1" dirty="0">
                <a:latin typeface="Arial" panose="020B0604020202020204" pitchFamily="34" charset="0"/>
                <a:cs typeface="Arial" panose="020B0604020202020204" pitchFamily="34" charset="0"/>
                <a:hlinkClick r:id="rId3"/>
              </a:rPr>
              <a:t>Visual Studio Code</a:t>
            </a:r>
            <a:endParaRPr lang="en-US" sz="2800" dirty="0">
              <a:latin typeface="Arial" panose="020B0604020202020204" pitchFamily="34" charset="0"/>
              <a:cs typeface="Arial" panose="020B0604020202020204" pitchFamily="34" charset="0"/>
            </a:endParaRPr>
          </a:p>
          <a:p>
            <a:endParaRPr lang="en-US" dirty="0"/>
          </a:p>
        </p:txBody>
      </p:sp>
      <p:sp>
        <p:nvSpPr>
          <p:cNvPr id="3" name="Footer Placeholder 2">
            <a:extLst>
              <a:ext uri="{FF2B5EF4-FFF2-40B4-BE49-F238E27FC236}">
                <a16:creationId xmlns:a16="http://schemas.microsoft.com/office/drawing/2014/main" id="{4704C2EC-C6D9-04AB-68FA-8CD3D629D876}"/>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6972ACB6-1BEA-BAB2-E92B-7EF7E3A628C9}"/>
              </a:ext>
            </a:extLst>
          </p:cNvPr>
          <p:cNvSpPr>
            <a:spLocks noGrp="1"/>
          </p:cNvSpPr>
          <p:nvPr>
            <p:ph type="sldNum" sz="quarter" idx="4"/>
          </p:nvPr>
        </p:nvSpPr>
        <p:spPr/>
        <p:txBody>
          <a:bodyPr/>
          <a:lstStyle/>
          <a:p>
            <a:fld id="{3A02590D-67BD-4DF2-8CAA-B9002293EB8E}" type="slidenum">
              <a:rPr lang="en-US" smtClean="0"/>
              <a:pPr/>
              <a:t>1</a:t>
            </a:fld>
            <a:endParaRPr lang="en-US" dirty="0"/>
          </a:p>
        </p:txBody>
      </p:sp>
      <p:sp>
        <p:nvSpPr>
          <p:cNvPr id="5" name="Title 4">
            <a:extLst>
              <a:ext uri="{FF2B5EF4-FFF2-40B4-BE49-F238E27FC236}">
                <a16:creationId xmlns:a16="http://schemas.microsoft.com/office/drawing/2014/main" id="{835C65F5-AC9A-89D8-F583-18FCFC775431}"/>
              </a:ext>
            </a:extLst>
          </p:cNvPr>
          <p:cNvSpPr>
            <a:spLocks noGrp="1"/>
          </p:cNvSpPr>
          <p:nvPr>
            <p:ph type="title"/>
          </p:nvPr>
        </p:nvSpPr>
        <p:spPr/>
        <p:txBody>
          <a:bodyPr>
            <a:normAutofit/>
          </a:bodyPr>
          <a:lstStyle/>
          <a:p>
            <a:r>
              <a:rPr lang="en-US" dirty="0"/>
              <a:t>CÀI ĐẶT MÔI TRƯỜNG VÀ CODE EDITOR</a:t>
            </a:r>
          </a:p>
        </p:txBody>
      </p:sp>
      <p:pic>
        <p:nvPicPr>
          <p:cNvPr id="6" name="Picture 5">
            <a:extLst>
              <a:ext uri="{FF2B5EF4-FFF2-40B4-BE49-F238E27FC236}">
                <a16:creationId xmlns:a16="http://schemas.microsoft.com/office/drawing/2014/main" id="{5A1D80D5-E064-DA7E-1593-B9D8DDF3DD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7045" y="2694564"/>
            <a:ext cx="5975475" cy="2150252"/>
          </a:xfrm>
          <a:prstGeom prst="rect">
            <a:avLst/>
          </a:prstGeom>
        </p:spPr>
      </p:pic>
    </p:spTree>
    <p:extLst>
      <p:ext uri="{BB962C8B-B14F-4D97-AF65-F5344CB8AC3E}">
        <p14:creationId xmlns:p14="http://schemas.microsoft.com/office/powerpoint/2010/main" val="708599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F1043-89BC-633B-1467-9CC952F7B1B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6F7783-B6BF-95F2-57AF-A6007422725E}"/>
              </a:ext>
            </a:extLst>
          </p:cNvPr>
          <p:cNvSpPr>
            <a:spLocks noGrp="1"/>
          </p:cNvSpPr>
          <p:nvPr>
            <p:ph idx="1"/>
          </p:nvPr>
        </p:nvSpPr>
        <p:spPr>
          <a:xfrm>
            <a:off x="567558" y="1024758"/>
            <a:ext cx="11055481" cy="5234152"/>
          </a:xfrm>
        </p:spPr>
        <p:txBody>
          <a:bodyPr/>
          <a:lstStyle/>
          <a:p>
            <a:r>
              <a:rPr lang="en-US"/>
              <a:t>Sau khi tải VS Code, bạn cài đặt phần mềm theo những bước sau đây:</a:t>
            </a:r>
          </a:p>
          <a:p>
            <a:r>
              <a:rPr lang="en-US"/>
              <a:t>Bước 1: Chọn vào file cài đặt để bắt đầu cài đặt phần mềm Code</a:t>
            </a:r>
          </a:p>
          <a:p>
            <a:pPr marL="0" indent="0">
              <a:buNone/>
            </a:pPr>
            <a:endParaRPr lang="en-US"/>
          </a:p>
        </p:txBody>
      </p:sp>
      <p:sp>
        <p:nvSpPr>
          <p:cNvPr id="3" name="Footer Placeholder 2">
            <a:extLst>
              <a:ext uri="{FF2B5EF4-FFF2-40B4-BE49-F238E27FC236}">
                <a16:creationId xmlns:a16="http://schemas.microsoft.com/office/drawing/2014/main" id="{19BBF81E-2053-E5E2-D57C-A0A9E6FA0AD2}"/>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64F3B246-547A-477D-CD44-B6A360C7D253}"/>
              </a:ext>
            </a:extLst>
          </p:cNvPr>
          <p:cNvSpPr>
            <a:spLocks noGrp="1"/>
          </p:cNvSpPr>
          <p:nvPr>
            <p:ph type="sldNum" sz="quarter" idx="4"/>
          </p:nvPr>
        </p:nvSpPr>
        <p:spPr/>
        <p:txBody>
          <a:bodyPr/>
          <a:lstStyle/>
          <a:p>
            <a:fld id="{3A02590D-67BD-4DF2-8CAA-B9002293EB8E}" type="slidenum">
              <a:rPr lang="en-US" smtClean="0"/>
              <a:pPr/>
              <a:t>2</a:t>
            </a:fld>
            <a:endParaRPr lang="en-US" dirty="0"/>
          </a:p>
        </p:txBody>
      </p:sp>
      <p:sp>
        <p:nvSpPr>
          <p:cNvPr id="5" name="Title 4">
            <a:extLst>
              <a:ext uri="{FF2B5EF4-FFF2-40B4-BE49-F238E27FC236}">
                <a16:creationId xmlns:a16="http://schemas.microsoft.com/office/drawing/2014/main" id="{D12558FA-7BBE-FE64-65B0-EE45D521FF49}"/>
              </a:ext>
            </a:extLst>
          </p:cNvPr>
          <p:cNvSpPr>
            <a:spLocks noGrp="1"/>
          </p:cNvSpPr>
          <p:nvPr>
            <p:ph type="title"/>
          </p:nvPr>
        </p:nvSpPr>
        <p:spPr/>
        <p:txBody>
          <a:bodyPr>
            <a:normAutofit/>
          </a:bodyPr>
          <a:lstStyle/>
          <a:p>
            <a:r>
              <a:rPr lang="en-US"/>
              <a:t>CÀI ĐẶT VISUAL STUDIO CODE</a:t>
            </a:r>
          </a:p>
        </p:txBody>
      </p:sp>
      <p:pic>
        <p:nvPicPr>
          <p:cNvPr id="6" name="Picture 5">
            <a:extLst>
              <a:ext uri="{FF2B5EF4-FFF2-40B4-BE49-F238E27FC236}">
                <a16:creationId xmlns:a16="http://schemas.microsoft.com/office/drawing/2014/main" id="{ACF29309-B675-E4A5-AF62-CBF94FC145C1}"/>
              </a:ext>
            </a:extLst>
          </p:cNvPr>
          <p:cNvPicPr>
            <a:picLocks noChangeAspect="1"/>
          </p:cNvPicPr>
          <p:nvPr/>
        </p:nvPicPr>
        <p:blipFill>
          <a:blip r:embed="rId2"/>
          <a:stretch>
            <a:fillRect/>
          </a:stretch>
        </p:blipFill>
        <p:spPr>
          <a:xfrm>
            <a:off x="1366519" y="2260068"/>
            <a:ext cx="9145860" cy="3124732"/>
          </a:xfrm>
          <a:prstGeom prst="rect">
            <a:avLst/>
          </a:prstGeom>
        </p:spPr>
      </p:pic>
    </p:spTree>
    <p:extLst>
      <p:ext uri="{BB962C8B-B14F-4D97-AF65-F5344CB8AC3E}">
        <p14:creationId xmlns:p14="http://schemas.microsoft.com/office/powerpoint/2010/main" val="2758645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FBC19-899D-C846-8EFB-565C9443A56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DF0C699-3EDA-8926-DD3E-AA38F4241147}"/>
              </a:ext>
            </a:extLst>
          </p:cNvPr>
          <p:cNvSpPr>
            <a:spLocks noGrp="1"/>
          </p:cNvSpPr>
          <p:nvPr>
            <p:ph idx="1"/>
          </p:nvPr>
        </p:nvSpPr>
        <p:spPr>
          <a:xfrm>
            <a:off x="567558" y="1024758"/>
            <a:ext cx="11055481" cy="5234152"/>
          </a:xfrm>
        </p:spPr>
        <p:txBody>
          <a:bodyPr/>
          <a:lstStyle/>
          <a:p>
            <a:r>
              <a:rPr lang="vi-VN"/>
              <a:t>Bước 2: Chọn I Agree để đồng ý các điều khoản của Visual Studio Code.</a:t>
            </a:r>
            <a:endParaRPr lang="en-US"/>
          </a:p>
        </p:txBody>
      </p:sp>
      <p:sp>
        <p:nvSpPr>
          <p:cNvPr id="3" name="Footer Placeholder 2">
            <a:extLst>
              <a:ext uri="{FF2B5EF4-FFF2-40B4-BE49-F238E27FC236}">
                <a16:creationId xmlns:a16="http://schemas.microsoft.com/office/drawing/2014/main" id="{75D851EE-85A8-D0D3-1D58-49E1B8E3962D}"/>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00E98EA5-D985-812F-EB7C-67B09F748494}"/>
              </a:ext>
            </a:extLst>
          </p:cNvPr>
          <p:cNvSpPr>
            <a:spLocks noGrp="1"/>
          </p:cNvSpPr>
          <p:nvPr>
            <p:ph type="sldNum" sz="quarter" idx="4"/>
          </p:nvPr>
        </p:nvSpPr>
        <p:spPr/>
        <p:txBody>
          <a:bodyPr/>
          <a:lstStyle/>
          <a:p>
            <a:fld id="{3A02590D-67BD-4DF2-8CAA-B9002293EB8E}" type="slidenum">
              <a:rPr lang="en-US" smtClean="0"/>
              <a:pPr/>
              <a:t>3</a:t>
            </a:fld>
            <a:endParaRPr lang="en-US" dirty="0"/>
          </a:p>
        </p:txBody>
      </p:sp>
      <p:sp>
        <p:nvSpPr>
          <p:cNvPr id="5" name="Title 4">
            <a:extLst>
              <a:ext uri="{FF2B5EF4-FFF2-40B4-BE49-F238E27FC236}">
                <a16:creationId xmlns:a16="http://schemas.microsoft.com/office/drawing/2014/main" id="{F846DCE4-E6ED-3FBE-2903-113162C77630}"/>
              </a:ext>
            </a:extLst>
          </p:cNvPr>
          <p:cNvSpPr>
            <a:spLocks noGrp="1"/>
          </p:cNvSpPr>
          <p:nvPr>
            <p:ph type="title"/>
          </p:nvPr>
        </p:nvSpPr>
        <p:spPr/>
        <p:txBody>
          <a:bodyPr>
            <a:normAutofit/>
          </a:bodyPr>
          <a:lstStyle/>
          <a:p>
            <a:r>
              <a:rPr lang="en-US"/>
              <a:t>CÀI ĐẶT VISUAL STUDIO CODE</a:t>
            </a:r>
          </a:p>
        </p:txBody>
      </p:sp>
      <p:pic>
        <p:nvPicPr>
          <p:cNvPr id="7" name="Picture 6">
            <a:extLst>
              <a:ext uri="{FF2B5EF4-FFF2-40B4-BE49-F238E27FC236}">
                <a16:creationId xmlns:a16="http://schemas.microsoft.com/office/drawing/2014/main" id="{F4AF4229-3DE7-7A73-BFB3-07825DDB119C}"/>
              </a:ext>
            </a:extLst>
          </p:cNvPr>
          <p:cNvPicPr>
            <a:picLocks noChangeAspect="1"/>
          </p:cNvPicPr>
          <p:nvPr/>
        </p:nvPicPr>
        <p:blipFill>
          <a:blip r:embed="rId2"/>
          <a:stretch>
            <a:fillRect/>
          </a:stretch>
        </p:blipFill>
        <p:spPr>
          <a:xfrm>
            <a:off x="1850413" y="1706879"/>
            <a:ext cx="7900621" cy="4430057"/>
          </a:xfrm>
          <a:prstGeom prst="rect">
            <a:avLst/>
          </a:prstGeom>
        </p:spPr>
      </p:pic>
    </p:spTree>
    <p:extLst>
      <p:ext uri="{BB962C8B-B14F-4D97-AF65-F5344CB8AC3E}">
        <p14:creationId xmlns:p14="http://schemas.microsoft.com/office/powerpoint/2010/main" val="2373360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8BCD4-0799-1E04-9B02-07B92A4DC3D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BAADE4-C641-EC98-E537-00E49389C88A}"/>
              </a:ext>
            </a:extLst>
          </p:cNvPr>
          <p:cNvSpPr>
            <a:spLocks noGrp="1"/>
          </p:cNvSpPr>
          <p:nvPr>
            <p:ph idx="1"/>
          </p:nvPr>
        </p:nvSpPr>
        <p:spPr>
          <a:xfrm>
            <a:off x="567558" y="1024758"/>
            <a:ext cx="11055481" cy="5234152"/>
          </a:xfrm>
        </p:spPr>
        <p:txBody>
          <a:bodyPr/>
          <a:lstStyle/>
          <a:p>
            <a:r>
              <a:rPr lang="vi-VN"/>
              <a:t>Bước 3: Tích chọn những ô trong Other (hình minh họa)</a:t>
            </a:r>
            <a:endParaRPr lang="en-US"/>
          </a:p>
        </p:txBody>
      </p:sp>
      <p:sp>
        <p:nvSpPr>
          <p:cNvPr id="3" name="Footer Placeholder 2">
            <a:extLst>
              <a:ext uri="{FF2B5EF4-FFF2-40B4-BE49-F238E27FC236}">
                <a16:creationId xmlns:a16="http://schemas.microsoft.com/office/drawing/2014/main" id="{AB451E1C-F7BE-280F-3025-2D7B93A1032E}"/>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A40DF3BD-CBCC-E648-6676-FC7EE803C9E4}"/>
              </a:ext>
            </a:extLst>
          </p:cNvPr>
          <p:cNvSpPr>
            <a:spLocks noGrp="1"/>
          </p:cNvSpPr>
          <p:nvPr>
            <p:ph type="sldNum" sz="quarter" idx="4"/>
          </p:nvPr>
        </p:nvSpPr>
        <p:spPr/>
        <p:txBody>
          <a:bodyPr/>
          <a:lstStyle/>
          <a:p>
            <a:fld id="{3A02590D-67BD-4DF2-8CAA-B9002293EB8E}" type="slidenum">
              <a:rPr lang="en-US" smtClean="0"/>
              <a:pPr/>
              <a:t>4</a:t>
            </a:fld>
            <a:endParaRPr lang="en-US" dirty="0"/>
          </a:p>
        </p:txBody>
      </p:sp>
      <p:sp>
        <p:nvSpPr>
          <p:cNvPr id="5" name="Title 4">
            <a:extLst>
              <a:ext uri="{FF2B5EF4-FFF2-40B4-BE49-F238E27FC236}">
                <a16:creationId xmlns:a16="http://schemas.microsoft.com/office/drawing/2014/main" id="{2B2C68A2-8AFF-B5B1-C47E-9BE66074D247}"/>
              </a:ext>
            </a:extLst>
          </p:cNvPr>
          <p:cNvSpPr>
            <a:spLocks noGrp="1"/>
          </p:cNvSpPr>
          <p:nvPr>
            <p:ph type="title"/>
          </p:nvPr>
        </p:nvSpPr>
        <p:spPr/>
        <p:txBody>
          <a:bodyPr>
            <a:normAutofit/>
          </a:bodyPr>
          <a:lstStyle/>
          <a:p>
            <a:r>
              <a:rPr lang="en-US"/>
              <a:t>CÀI ĐẶT VISUAL STUDIO CODE</a:t>
            </a:r>
          </a:p>
        </p:txBody>
      </p:sp>
      <p:pic>
        <p:nvPicPr>
          <p:cNvPr id="6" name="Picture 5">
            <a:extLst>
              <a:ext uri="{FF2B5EF4-FFF2-40B4-BE49-F238E27FC236}">
                <a16:creationId xmlns:a16="http://schemas.microsoft.com/office/drawing/2014/main" id="{8A2B7670-5EFC-7969-A3AD-170621B98832}"/>
              </a:ext>
            </a:extLst>
          </p:cNvPr>
          <p:cNvPicPr>
            <a:picLocks noChangeAspect="1"/>
          </p:cNvPicPr>
          <p:nvPr/>
        </p:nvPicPr>
        <p:blipFill>
          <a:blip r:embed="rId2"/>
          <a:stretch>
            <a:fillRect/>
          </a:stretch>
        </p:blipFill>
        <p:spPr>
          <a:xfrm>
            <a:off x="1933256" y="1817566"/>
            <a:ext cx="7734935" cy="4441344"/>
          </a:xfrm>
          <a:prstGeom prst="rect">
            <a:avLst/>
          </a:prstGeom>
        </p:spPr>
      </p:pic>
    </p:spTree>
    <p:extLst>
      <p:ext uri="{BB962C8B-B14F-4D97-AF65-F5344CB8AC3E}">
        <p14:creationId xmlns:p14="http://schemas.microsoft.com/office/powerpoint/2010/main" val="294958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14161-1A2C-5658-649B-C17E3F495D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EC9FEE-2801-09ED-715C-B2B802B4D785}"/>
              </a:ext>
            </a:extLst>
          </p:cNvPr>
          <p:cNvSpPr>
            <a:spLocks noGrp="1"/>
          </p:cNvSpPr>
          <p:nvPr>
            <p:ph idx="1"/>
          </p:nvPr>
        </p:nvSpPr>
        <p:spPr>
          <a:xfrm>
            <a:off x="567558" y="1024758"/>
            <a:ext cx="11055481" cy="5234152"/>
          </a:xfrm>
        </p:spPr>
        <p:txBody>
          <a:bodyPr/>
          <a:lstStyle/>
          <a:p>
            <a:r>
              <a:rPr lang="vi-VN"/>
              <a:t>Bước 4: Chọn Next lần lượt ở những bước tiếp theo.</a:t>
            </a:r>
            <a:endParaRPr lang="en-US"/>
          </a:p>
        </p:txBody>
      </p:sp>
      <p:sp>
        <p:nvSpPr>
          <p:cNvPr id="3" name="Footer Placeholder 2">
            <a:extLst>
              <a:ext uri="{FF2B5EF4-FFF2-40B4-BE49-F238E27FC236}">
                <a16:creationId xmlns:a16="http://schemas.microsoft.com/office/drawing/2014/main" id="{4C3D8258-1814-3DDB-E1B9-71DD2DD1BAD3}"/>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AEB08E7E-0AA8-6146-3A1F-C8386192920F}"/>
              </a:ext>
            </a:extLst>
          </p:cNvPr>
          <p:cNvSpPr>
            <a:spLocks noGrp="1"/>
          </p:cNvSpPr>
          <p:nvPr>
            <p:ph type="sldNum" sz="quarter" idx="4"/>
          </p:nvPr>
        </p:nvSpPr>
        <p:spPr/>
        <p:txBody>
          <a:bodyPr/>
          <a:lstStyle/>
          <a:p>
            <a:fld id="{3A02590D-67BD-4DF2-8CAA-B9002293EB8E}" type="slidenum">
              <a:rPr lang="en-US" smtClean="0"/>
              <a:pPr/>
              <a:t>5</a:t>
            </a:fld>
            <a:endParaRPr lang="en-US" dirty="0"/>
          </a:p>
        </p:txBody>
      </p:sp>
      <p:sp>
        <p:nvSpPr>
          <p:cNvPr id="5" name="Title 4">
            <a:extLst>
              <a:ext uri="{FF2B5EF4-FFF2-40B4-BE49-F238E27FC236}">
                <a16:creationId xmlns:a16="http://schemas.microsoft.com/office/drawing/2014/main" id="{4FD21745-C3DC-73E3-5F74-CFFB5B3D1B35}"/>
              </a:ext>
            </a:extLst>
          </p:cNvPr>
          <p:cNvSpPr>
            <a:spLocks noGrp="1"/>
          </p:cNvSpPr>
          <p:nvPr>
            <p:ph type="title"/>
          </p:nvPr>
        </p:nvSpPr>
        <p:spPr/>
        <p:txBody>
          <a:bodyPr>
            <a:normAutofit/>
          </a:bodyPr>
          <a:lstStyle/>
          <a:p>
            <a:r>
              <a:rPr lang="en-US"/>
              <a:t>CÀI ĐẶT VISUAL STUDIO CODE</a:t>
            </a:r>
          </a:p>
        </p:txBody>
      </p:sp>
      <p:pic>
        <p:nvPicPr>
          <p:cNvPr id="7" name="Picture 6">
            <a:extLst>
              <a:ext uri="{FF2B5EF4-FFF2-40B4-BE49-F238E27FC236}">
                <a16:creationId xmlns:a16="http://schemas.microsoft.com/office/drawing/2014/main" id="{D3FB92EF-D835-B308-AE21-D1A8BBC0950D}"/>
              </a:ext>
            </a:extLst>
          </p:cNvPr>
          <p:cNvPicPr>
            <a:picLocks noChangeAspect="1"/>
          </p:cNvPicPr>
          <p:nvPr/>
        </p:nvPicPr>
        <p:blipFill>
          <a:blip r:embed="rId2"/>
          <a:stretch>
            <a:fillRect/>
          </a:stretch>
        </p:blipFill>
        <p:spPr>
          <a:xfrm>
            <a:off x="2011133" y="1994534"/>
            <a:ext cx="7305587" cy="4028460"/>
          </a:xfrm>
          <a:prstGeom prst="rect">
            <a:avLst/>
          </a:prstGeom>
        </p:spPr>
      </p:pic>
    </p:spTree>
    <p:extLst>
      <p:ext uri="{BB962C8B-B14F-4D97-AF65-F5344CB8AC3E}">
        <p14:creationId xmlns:p14="http://schemas.microsoft.com/office/powerpoint/2010/main" val="1171626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B59C1-5D6D-023E-9C62-CC92179FD71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3AF161-E2CA-0803-DEDF-4B300167B83C}"/>
              </a:ext>
            </a:extLst>
          </p:cNvPr>
          <p:cNvSpPr>
            <a:spLocks noGrp="1"/>
          </p:cNvSpPr>
          <p:nvPr>
            <p:ph idx="1"/>
          </p:nvPr>
        </p:nvSpPr>
        <p:spPr>
          <a:xfrm>
            <a:off x="567558" y="1024758"/>
            <a:ext cx="11055481" cy="5234152"/>
          </a:xfrm>
        </p:spPr>
        <p:txBody>
          <a:bodyPr/>
          <a:lstStyle/>
          <a:p>
            <a:r>
              <a:rPr lang="vi-VN"/>
              <a:t>Bước 5: Kiểm tra Add to PATH và chọn Install.</a:t>
            </a:r>
            <a:endParaRPr lang="en-US"/>
          </a:p>
        </p:txBody>
      </p:sp>
      <p:sp>
        <p:nvSpPr>
          <p:cNvPr id="3" name="Footer Placeholder 2">
            <a:extLst>
              <a:ext uri="{FF2B5EF4-FFF2-40B4-BE49-F238E27FC236}">
                <a16:creationId xmlns:a16="http://schemas.microsoft.com/office/drawing/2014/main" id="{F08D50D5-4533-1932-5192-E3EF11F0C31B}"/>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152F3948-F7F9-D071-F8A7-A210125A3B97}"/>
              </a:ext>
            </a:extLst>
          </p:cNvPr>
          <p:cNvSpPr>
            <a:spLocks noGrp="1"/>
          </p:cNvSpPr>
          <p:nvPr>
            <p:ph type="sldNum" sz="quarter" idx="4"/>
          </p:nvPr>
        </p:nvSpPr>
        <p:spPr/>
        <p:txBody>
          <a:bodyPr/>
          <a:lstStyle/>
          <a:p>
            <a:fld id="{3A02590D-67BD-4DF2-8CAA-B9002293EB8E}" type="slidenum">
              <a:rPr lang="en-US" smtClean="0"/>
              <a:pPr/>
              <a:t>6</a:t>
            </a:fld>
            <a:endParaRPr lang="en-US" dirty="0"/>
          </a:p>
        </p:txBody>
      </p:sp>
      <p:sp>
        <p:nvSpPr>
          <p:cNvPr id="5" name="Title 4">
            <a:extLst>
              <a:ext uri="{FF2B5EF4-FFF2-40B4-BE49-F238E27FC236}">
                <a16:creationId xmlns:a16="http://schemas.microsoft.com/office/drawing/2014/main" id="{8DF178EA-2210-EBDA-5B38-E6E62092974B}"/>
              </a:ext>
            </a:extLst>
          </p:cNvPr>
          <p:cNvSpPr>
            <a:spLocks noGrp="1"/>
          </p:cNvSpPr>
          <p:nvPr>
            <p:ph type="title"/>
          </p:nvPr>
        </p:nvSpPr>
        <p:spPr/>
        <p:txBody>
          <a:bodyPr>
            <a:normAutofit/>
          </a:bodyPr>
          <a:lstStyle/>
          <a:p>
            <a:r>
              <a:rPr lang="en-US"/>
              <a:t>CÀI ĐẶT VISUAL STUDIO CODE</a:t>
            </a:r>
          </a:p>
        </p:txBody>
      </p:sp>
      <p:pic>
        <p:nvPicPr>
          <p:cNvPr id="6" name="Picture 5">
            <a:extLst>
              <a:ext uri="{FF2B5EF4-FFF2-40B4-BE49-F238E27FC236}">
                <a16:creationId xmlns:a16="http://schemas.microsoft.com/office/drawing/2014/main" id="{D4FF1D04-69B7-9D24-7B0B-78544FC0557C}"/>
              </a:ext>
            </a:extLst>
          </p:cNvPr>
          <p:cNvPicPr>
            <a:picLocks noChangeAspect="1"/>
          </p:cNvPicPr>
          <p:nvPr/>
        </p:nvPicPr>
        <p:blipFill>
          <a:blip r:embed="rId2"/>
          <a:stretch>
            <a:fillRect/>
          </a:stretch>
        </p:blipFill>
        <p:spPr>
          <a:xfrm>
            <a:off x="1775776" y="1644462"/>
            <a:ext cx="8049896" cy="4614448"/>
          </a:xfrm>
          <a:prstGeom prst="rect">
            <a:avLst/>
          </a:prstGeom>
        </p:spPr>
      </p:pic>
    </p:spTree>
    <p:extLst>
      <p:ext uri="{BB962C8B-B14F-4D97-AF65-F5344CB8AC3E}">
        <p14:creationId xmlns:p14="http://schemas.microsoft.com/office/powerpoint/2010/main" val="29428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53651-6F8D-27A0-9F3E-7DE3161179E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C3B580-F2CD-F448-8E12-58B44B87D049}"/>
              </a:ext>
            </a:extLst>
          </p:cNvPr>
          <p:cNvSpPr>
            <a:spLocks noGrp="1"/>
          </p:cNvSpPr>
          <p:nvPr>
            <p:ph idx="1"/>
          </p:nvPr>
        </p:nvSpPr>
        <p:spPr>
          <a:xfrm>
            <a:off x="567558" y="1024758"/>
            <a:ext cx="11055481" cy="5234152"/>
          </a:xfrm>
        </p:spPr>
        <p:txBody>
          <a:bodyPr/>
          <a:lstStyle/>
          <a:p>
            <a:r>
              <a:rPr lang="vi-VN"/>
              <a:t>Bước 6: Phần mềm VS Code sẽ được cài đặt. Chọn Finish để kết thúc.</a:t>
            </a:r>
            <a:endParaRPr lang="en-US"/>
          </a:p>
        </p:txBody>
      </p:sp>
      <p:sp>
        <p:nvSpPr>
          <p:cNvPr id="3" name="Footer Placeholder 2">
            <a:extLst>
              <a:ext uri="{FF2B5EF4-FFF2-40B4-BE49-F238E27FC236}">
                <a16:creationId xmlns:a16="http://schemas.microsoft.com/office/drawing/2014/main" id="{592FC935-715F-4F4A-BEC6-B239C9810220}"/>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B5005B1F-00CE-4AAE-4C7E-B9432A8EB8B2}"/>
              </a:ext>
            </a:extLst>
          </p:cNvPr>
          <p:cNvSpPr>
            <a:spLocks noGrp="1"/>
          </p:cNvSpPr>
          <p:nvPr>
            <p:ph type="sldNum" sz="quarter" idx="4"/>
          </p:nvPr>
        </p:nvSpPr>
        <p:spPr/>
        <p:txBody>
          <a:bodyPr/>
          <a:lstStyle/>
          <a:p>
            <a:fld id="{3A02590D-67BD-4DF2-8CAA-B9002293EB8E}" type="slidenum">
              <a:rPr lang="en-US" smtClean="0"/>
              <a:pPr/>
              <a:t>7</a:t>
            </a:fld>
            <a:endParaRPr lang="en-US" dirty="0"/>
          </a:p>
        </p:txBody>
      </p:sp>
      <p:sp>
        <p:nvSpPr>
          <p:cNvPr id="5" name="Title 4">
            <a:extLst>
              <a:ext uri="{FF2B5EF4-FFF2-40B4-BE49-F238E27FC236}">
                <a16:creationId xmlns:a16="http://schemas.microsoft.com/office/drawing/2014/main" id="{D3559E18-C9B9-B1B6-78E2-0F31309FB2B3}"/>
              </a:ext>
            </a:extLst>
          </p:cNvPr>
          <p:cNvSpPr>
            <a:spLocks noGrp="1"/>
          </p:cNvSpPr>
          <p:nvPr>
            <p:ph type="title"/>
          </p:nvPr>
        </p:nvSpPr>
        <p:spPr/>
        <p:txBody>
          <a:bodyPr>
            <a:normAutofit/>
          </a:bodyPr>
          <a:lstStyle/>
          <a:p>
            <a:r>
              <a:rPr lang="en-US"/>
              <a:t>CÀI ĐẶT VISUAL STUDIO CODE</a:t>
            </a:r>
          </a:p>
        </p:txBody>
      </p:sp>
      <p:pic>
        <p:nvPicPr>
          <p:cNvPr id="6" name="Picture 5">
            <a:extLst>
              <a:ext uri="{FF2B5EF4-FFF2-40B4-BE49-F238E27FC236}">
                <a16:creationId xmlns:a16="http://schemas.microsoft.com/office/drawing/2014/main" id="{6EC842DE-544B-6D28-EB0D-3933DFAA9319}"/>
              </a:ext>
            </a:extLst>
          </p:cNvPr>
          <p:cNvPicPr>
            <a:picLocks noChangeAspect="1"/>
          </p:cNvPicPr>
          <p:nvPr/>
        </p:nvPicPr>
        <p:blipFill>
          <a:blip r:embed="rId2"/>
          <a:stretch>
            <a:fillRect/>
          </a:stretch>
        </p:blipFill>
        <p:spPr>
          <a:xfrm>
            <a:off x="1683384" y="1586547"/>
            <a:ext cx="7836535" cy="4459469"/>
          </a:xfrm>
          <a:prstGeom prst="rect">
            <a:avLst/>
          </a:prstGeom>
        </p:spPr>
      </p:pic>
    </p:spTree>
    <p:extLst>
      <p:ext uri="{BB962C8B-B14F-4D97-AF65-F5344CB8AC3E}">
        <p14:creationId xmlns:p14="http://schemas.microsoft.com/office/powerpoint/2010/main" val="4077775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B0B67-9690-7251-B585-9E168B64625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3D2EB5F-F629-ED66-371C-DE03426DAECA}"/>
              </a:ext>
            </a:extLst>
          </p:cNvPr>
          <p:cNvSpPr>
            <a:spLocks noGrp="1"/>
          </p:cNvSpPr>
          <p:nvPr>
            <p:ph idx="1"/>
          </p:nvPr>
        </p:nvSpPr>
        <p:spPr>
          <a:xfrm>
            <a:off x="567558" y="1024758"/>
            <a:ext cx="11055481" cy="5234152"/>
          </a:xfrm>
        </p:spPr>
        <p:txBody>
          <a:bodyPr/>
          <a:lstStyle/>
          <a:p>
            <a:r>
              <a:rPr lang="vi-VN"/>
              <a:t>Bước 6: Phần mềm VS Code sẽ được cài đặt. Chọn Finish để kết thúc.</a:t>
            </a:r>
            <a:endParaRPr lang="en-US"/>
          </a:p>
        </p:txBody>
      </p:sp>
      <p:sp>
        <p:nvSpPr>
          <p:cNvPr id="3" name="Footer Placeholder 2">
            <a:extLst>
              <a:ext uri="{FF2B5EF4-FFF2-40B4-BE49-F238E27FC236}">
                <a16:creationId xmlns:a16="http://schemas.microsoft.com/office/drawing/2014/main" id="{995433FE-A9C1-BFBD-11FF-6FC70FDF7F89}"/>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9F4D1344-66C9-387C-E237-8E7A8C42F631}"/>
              </a:ext>
            </a:extLst>
          </p:cNvPr>
          <p:cNvSpPr>
            <a:spLocks noGrp="1"/>
          </p:cNvSpPr>
          <p:nvPr>
            <p:ph type="sldNum" sz="quarter" idx="4"/>
          </p:nvPr>
        </p:nvSpPr>
        <p:spPr/>
        <p:txBody>
          <a:bodyPr/>
          <a:lstStyle/>
          <a:p>
            <a:fld id="{3A02590D-67BD-4DF2-8CAA-B9002293EB8E}" type="slidenum">
              <a:rPr lang="en-US" smtClean="0"/>
              <a:pPr/>
              <a:t>8</a:t>
            </a:fld>
            <a:endParaRPr lang="en-US" dirty="0"/>
          </a:p>
        </p:txBody>
      </p:sp>
      <p:sp>
        <p:nvSpPr>
          <p:cNvPr id="5" name="Title 4">
            <a:extLst>
              <a:ext uri="{FF2B5EF4-FFF2-40B4-BE49-F238E27FC236}">
                <a16:creationId xmlns:a16="http://schemas.microsoft.com/office/drawing/2014/main" id="{4E071AAF-FDEE-2AC9-6E53-6295B11E5950}"/>
              </a:ext>
            </a:extLst>
          </p:cNvPr>
          <p:cNvSpPr>
            <a:spLocks noGrp="1"/>
          </p:cNvSpPr>
          <p:nvPr>
            <p:ph type="title"/>
          </p:nvPr>
        </p:nvSpPr>
        <p:spPr/>
        <p:txBody>
          <a:bodyPr>
            <a:normAutofit/>
          </a:bodyPr>
          <a:lstStyle/>
          <a:p>
            <a:r>
              <a:rPr lang="en-US"/>
              <a:t>CÀI ĐẶT VISUAL STUDIO CODE</a:t>
            </a:r>
          </a:p>
        </p:txBody>
      </p:sp>
      <p:pic>
        <p:nvPicPr>
          <p:cNvPr id="6" name="Picture 5">
            <a:extLst>
              <a:ext uri="{FF2B5EF4-FFF2-40B4-BE49-F238E27FC236}">
                <a16:creationId xmlns:a16="http://schemas.microsoft.com/office/drawing/2014/main" id="{E0614845-D4BA-82C7-5263-81317DC3F8B2}"/>
              </a:ext>
            </a:extLst>
          </p:cNvPr>
          <p:cNvPicPr>
            <a:picLocks noChangeAspect="1"/>
          </p:cNvPicPr>
          <p:nvPr/>
        </p:nvPicPr>
        <p:blipFill>
          <a:blip r:embed="rId2"/>
          <a:stretch>
            <a:fillRect/>
          </a:stretch>
        </p:blipFill>
        <p:spPr>
          <a:xfrm>
            <a:off x="1683384" y="1586547"/>
            <a:ext cx="7836535" cy="4459469"/>
          </a:xfrm>
          <a:prstGeom prst="rect">
            <a:avLst/>
          </a:prstGeom>
        </p:spPr>
      </p:pic>
    </p:spTree>
    <p:extLst>
      <p:ext uri="{BB962C8B-B14F-4D97-AF65-F5344CB8AC3E}">
        <p14:creationId xmlns:p14="http://schemas.microsoft.com/office/powerpoint/2010/main" val="4222629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C0C258-8CC8-550C-6BCF-77E6FCB70C63}"/>
              </a:ext>
            </a:extLst>
          </p:cNvPr>
          <p:cNvSpPr>
            <a:spLocks noGrp="1"/>
          </p:cNvSpPr>
          <p:nvPr>
            <p:ph idx="1"/>
          </p:nvPr>
        </p:nvSpPr>
        <p:spPr>
          <a:xfrm>
            <a:off x="567558" y="1024758"/>
            <a:ext cx="5180899" cy="5234152"/>
          </a:xfrm>
        </p:spPr>
        <p:txBody>
          <a:bodyPr/>
          <a:lstStyle/>
          <a:p>
            <a:pPr algn="just"/>
            <a:r>
              <a:rPr lang="en-US" b="1"/>
              <a:t>Cách cài đặt nodejs</a:t>
            </a:r>
          </a:p>
          <a:p>
            <a:pPr algn="just"/>
            <a:r>
              <a:rPr lang="vi-VN"/>
              <a:t>Bước 1: Truy cập trang web chính thức của Node.js</a:t>
            </a:r>
            <a:endParaRPr lang="en-US"/>
          </a:p>
          <a:p>
            <a:pPr lvl="1" algn="just"/>
            <a:r>
              <a:rPr lang="vi-VN"/>
              <a:t>Truy cập trang web chính thức của tổ chức </a:t>
            </a:r>
            <a:r>
              <a:rPr lang="vi-VN" u="sng">
                <a:hlinkClick r:id="rId2"/>
              </a:rPr>
              <a:t>Node.js.</a:t>
            </a:r>
            <a:r>
              <a:rPr lang="vi-VN"/>
              <a:t> </a:t>
            </a:r>
            <a:r>
              <a:rPr lang="en-US"/>
              <a:t>Sau đó chọn phiên bản phù hợp và nhấn vào Windows Installer.</a:t>
            </a:r>
          </a:p>
          <a:p>
            <a:endParaRPr lang="en-US"/>
          </a:p>
          <a:p>
            <a:pPr lvl="1"/>
            <a:endParaRPr lang="en-US"/>
          </a:p>
        </p:txBody>
      </p:sp>
      <p:sp>
        <p:nvSpPr>
          <p:cNvPr id="3" name="Footer Placeholder 2">
            <a:extLst>
              <a:ext uri="{FF2B5EF4-FFF2-40B4-BE49-F238E27FC236}">
                <a16:creationId xmlns:a16="http://schemas.microsoft.com/office/drawing/2014/main" id="{F562F71C-B57C-F282-6C94-F8F08C50CB85}"/>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2D1D55D2-139C-2EC6-F916-81AF0B0C71F8}"/>
              </a:ext>
            </a:extLst>
          </p:cNvPr>
          <p:cNvSpPr>
            <a:spLocks noGrp="1"/>
          </p:cNvSpPr>
          <p:nvPr>
            <p:ph type="sldNum" sz="quarter" idx="4"/>
          </p:nvPr>
        </p:nvSpPr>
        <p:spPr/>
        <p:txBody>
          <a:bodyPr/>
          <a:lstStyle/>
          <a:p>
            <a:fld id="{3A02590D-67BD-4DF2-8CAA-B9002293EB8E}" type="slidenum">
              <a:rPr lang="en-US" smtClean="0"/>
              <a:pPr/>
              <a:t>9</a:t>
            </a:fld>
            <a:endParaRPr lang="en-US" dirty="0"/>
          </a:p>
        </p:txBody>
      </p:sp>
      <p:sp>
        <p:nvSpPr>
          <p:cNvPr id="5" name="Title 4">
            <a:extLst>
              <a:ext uri="{FF2B5EF4-FFF2-40B4-BE49-F238E27FC236}">
                <a16:creationId xmlns:a16="http://schemas.microsoft.com/office/drawing/2014/main" id="{4EB04B41-38A2-9D16-0F31-C107B40ABEBA}"/>
              </a:ext>
            </a:extLst>
          </p:cNvPr>
          <p:cNvSpPr>
            <a:spLocks noGrp="1"/>
          </p:cNvSpPr>
          <p:nvPr>
            <p:ph type="title"/>
          </p:nvPr>
        </p:nvSpPr>
        <p:spPr/>
        <p:txBody>
          <a:bodyPr/>
          <a:lstStyle/>
          <a:p>
            <a:r>
              <a:rPr lang="vi-VN"/>
              <a:t>CÀI ĐẶT MÔI TRƯỜNG – NODE.JS</a:t>
            </a:r>
            <a:endParaRPr lang="en-US"/>
          </a:p>
        </p:txBody>
      </p:sp>
      <p:pic>
        <p:nvPicPr>
          <p:cNvPr id="6" name="Picture 5">
            <a:extLst>
              <a:ext uri="{FF2B5EF4-FFF2-40B4-BE49-F238E27FC236}">
                <a16:creationId xmlns:a16="http://schemas.microsoft.com/office/drawing/2014/main" id="{49D75F6C-A43B-F1F1-835C-4B28A24F045D}"/>
              </a:ext>
            </a:extLst>
          </p:cNvPr>
          <p:cNvPicPr>
            <a:picLocks noChangeAspect="1"/>
          </p:cNvPicPr>
          <p:nvPr/>
        </p:nvPicPr>
        <p:blipFill>
          <a:blip r:embed="rId3"/>
          <a:stretch>
            <a:fillRect/>
          </a:stretch>
        </p:blipFill>
        <p:spPr>
          <a:xfrm>
            <a:off x="5878984" y="1024758"/>
            <a:ext cx="5180900" cy="4191134"/>
          </a:xfrm>
          <a:prstGeom prst="rect">
            <a:avLst/>
          </a:prstGeom>
        </p:spPr>
      </p:pic>
    </p:spTree>
    <p:extLst>
      <p:ext uri="{BB962C8B-B14F-4D97-AF65-F5344CB8AC3E}">
        <p14:creationId xmlns:p14="http://schemas.microsoft.com/office/powerpoint/2010/main" val="3460502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23945-5491-00E8-93D8-0C5F2F6C24E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B22C9F-BCF0-28C8-EDC5-E4E27F7C8424}"/>
              </a:ext>
            </a:extLst>
          </p:cNvPr>
          <p:cNvSpPr>
            <a:spLocks noGrp="1"/>
          </p:cNvSpPr>
          <p:nvPr>
            <p:ph idx="1"/>
          </p:nvPr>
        </p:nvSpPr>
        <p:spPr>
          <a:xfrm>
            <a:off x="71120" y="1024758"/>
            <a:ext cx="5677337" cy="3090042"/>
          </a:xfrm>
        </p:spPr>
        <p:txBody>
          <a:bodyPr/>
          <a:lstStyle/>
          <a:p>
            <a:r>
              <a:rPr lang="vi-VN"/>
              <a:t>Bước </a:t>
            </a:r>
            <a:r>
              <a:rPr lang="en-US"/>
              <a:t>2</a:t>
            </a:r>
            <a:r>
              <a:rPr lang="vi-VN"/>
              <a:t>: Thực thi tệp cài đặt</a:t>
            </a:r>
            <a:endParaRPr lang="en-US"/>
          </a:p>
          <a:p>
            <a:pPr lvl="1" algn="just"/>
            <a:r>
              <a:rPr lang="vi-VN"/>
              <a:t>Thực thi tệp đã tải xuống bằng cách nhấp đúp vào tệp. Thao tác này sẽ mở ra cửa sổ chào mừng để cài đặt Node.js. Bấm vào nút </a:t>
            </a:r>
            <a:r>
              <a:rPr lang="vi-VN" b="1"/>
              <a:t>Tiếp theo</a:t>
            </a:r>
            <a:r>
              <a:rPr lang="vi-VN"/>
              <a:t> để bắt đầu quá trình cài đặt.</a:t>
            </a:r>
            <a:endParaRPr lang="en-US"/>
          </a:p>
          <a:p>
            <a:pPr marL="457200" lvl="1" indent="0">
              <a:buNone/>
            </a:pPr>
            <a:endParaRPr lang="en-US"/>
          </a:p>
          <a:p>
            <a:pPr marL="0" indent="0">
              <a:buNone/>
            </a:pPr>
            <a:endParaRPr lang="en-US"/>
          </a:p>
          <a:p>
            <a:pPr lvl="1"/>
            <a:endParaRPr lang="en-US"/>
          </a:p>
        </p:txBody>
      </p:sp>
      <p:sp>
        <p:nvSpPr>
          <p:cNvPr id="3" name="Footer Placeholder 2">
            <a:extLst>
              <a:ext uri="{FF2B5EF4-FFF2-40B4-BE49-F238E27FC236}">
                <a16:creationId xmlns:a16="http://schemas.microsoft.com/office/drawing/2014/main" id="{7875BFC9-8379-7993-27A9-6725493D2C45}"/>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4B335886-4A46-8B3C-14D3-3438A39D0FE4}"/>
              </a:ext>
            </a:extLst>
          </p:cNvPr>
          <p:cNvSpPr>
            <a:spLocks noGrp="1"/>
          </p:cNvSpPr>
          <p:nvPr>
            <p:ph type="sldNum" sz="quarter" idx="4"/>
          </p:nvPr>
        </p:nvSpPr>
        <p:spPr/>
        <p:txBody>
          <a:bodyPr/>
          <a:lstStyle/>
          <a:p>
            <a:fld id="{3A02590D-67BD-4DF2-8CAA-B9002293EB8E}" type="slidenum">
              <a:rPr lang="en-US" smtClean="0"/>
              <a:pPr/>
              <a:t>10</a:t>
            </a:fld>
            <a:endParaRPr lang="en-US" dirty="0"/>
          </a:p>
        </p:txBody>
      </p:sp>
      <p:sp>
        <p:nvSpPr>
          <p:cNvPr id="5" name="Title 4">
            <a:extLst>
              <a:ext uri="{FF2B5EF4-FFF2-40B4-BE49-F238E27FC236}">
                <a16:creationId xmlns:a16="http://schemas.microsoft.com/office/drawing/2014/main" id="{4579F47D-F948-E9AE-E00B-8614F831E954}"/>
              </a:ext>
            </a:extLst>
          </p:cNvPr>
          <p:cNvSpPr>
            <a:spLocks noGrp="1"/>
          </p:cNvSpPr>
          <p:nvPr>
            <p:ph type="title"/>
          </p:nvPr>
        </p:nvSpPr>
        <p:spPr/>
        <p:txBody>
          <a:bodyPr/>
          <a:lstStyle/>
          <a:p>
            <a:r>
              <a:rPr lang="vi-VN"/>
              <a:t>CÀI ĐẶT MÔI TRƯỜNG – NODE.JS</a:t>
            </a:r>
            <a:endParaRPr lang="en-US"/>
          </a:p>
        </p:txBody>
      </p:sp>
      <p:pic>
        <p:nvPicPr>
          <p:cNvPr id="7" name="Picture 6">
            <a:extLst>
              <a:ext uri="{FF2B5EF4-FFF2-40B4-BE49-F238E27FC236}">
                <a16:creationId xmlns:a16="http://schemas.microsoft.com/office/drawing/2014/main" id="{58FBAD57-6BEE-1A1B-08A7-224E56D5A3D8}"/>
              </a:ext>
            </a:extLst>
          </p:cNvPr>
          <p:cNvPicPr>
            <a:picLocks noChangeAspect="1"/>
          </p:cNvPicPr>
          <p:nvPr/>
        </p:nvPicPr>
        <p:blipFill>
          <a:blip r:embed="rId2"/>
          <a:stretch>
            <a:fillRect/>
          </a:stretch>
        </p:blipFill>
        <p:spPr>
          <a:xfrm>
            <a:off x="5800724" y="1024758"/>
            <a:ext cx="5939790" cy="4502150"/>
          </a:xfrm>
          <a:prstGeom prst="rect">
            <a:avLst/>
          </a:prstGeom>
        </p:spPr>
      </p:pic>
    </p:spTree>
    <p:extLst>
      <p:ext uri="{BB962C8B-B14F-4D97-AF65-F5344CB8AC3E}">
        <p14:creationId xmlns:p14="http://schemas.microsoft.com/office/powerpoint/2010/main" val="4122300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BD31D-7F14-D9B3-A39F-8EDABA8922A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D89553-F8A9-7272-ACD6-287DA1AAC601}"/>
              </a:ext>
            </a:extLst>
          </p:cNvPr>
          <p:cNvSpPr>
            <a:spLocks noGrp="1"/>
          </p:cNvSpPr>
          <p:nvPr>
            <p:ph idx="1"/>
          </p:nvPr>
        </p:nvSpPr>
        <p:spPr>
          <a:xfrm>
            <a:off x="71120" y="1024758"/>
            <a:ext cx="5677337" cy="3090042"/>
          </a:xfrm>
        </p:spPr>
        <p:txBody>
          <a:bodyPr/>
          <a:lstStyle/>
          <a:p>
            <a:r>
              <a:rPr lang="vi-VN"/>
              <a:t>Bước </a:t>
            </a:r>
            <a:r>
              <a:rPr lang="en-US"/>
              <a:t>3</a:t>
            </a:r>
            <a:r>
              <a:rPr lang="vi-VN"/>
              <a:t>: Đọc Thỏa thuận cấp phép người dùng cuối</a:t>
            </a:r>
            <a:endParaRPr lang="en-US"/>
          </a:p>
          <a:p>
            <a:pPr lvl="1"/>
            <a:r>
              <a:rPr lang="vi-VN"/>
              <a:t>Hãy xem kỹ Thỏa thuận cấp phép người dùng cuối. Sau khi bạn đọc thỏa thuận, hãy chọn hộp kiểm để chấp nhận các điều khoản trong Thỏa thuận cấp phép. Cuối cùng, nhấp vào nút </a:t>
            </a:r>
            <a:r>
              <a:rPr lang="vi-VN" b="1"/>
              <a:t>Tiếp theo</a:t>
            </a:r>
            <a:r>
              <a:rPr lang="vi-VN"/>
              <a:t> để tiếp tục.</a:t>
            </a:r>
            <a:endParaRPr lang="en-US"/>
          </a:p>
          <a:p>
            <a:pPr lvl="1"/>
            <a:endParaRPr lang="en-US"/>
          </a:p>
          <a:p>
            <a:pPr marL="0" indent="0">
              <a:buNone/>
            </a:pPr>
            <a:endParaRPr lang="en-US"/>
          </a:p>
          <a:p>
            <a:pPr lvl="1"/>
            <a:endParaRPr lang="en-US"/>
          </a:p>
        </p:txBody>
      </p:sp>
      <p:sp>
        <p:nvSpPr>
          <p:cNvPr id="3" name="Footer Placeholder 2">
            <a:extLst>
              <a:ext uri="{FF2B5EF4-FFF2-40B4-BE49-F238E27FC236}">
                <a16:creationId xmlns:a16="http://schemas.microsoft.com/office/drawing/2014/main" id="{12E3E2CA-4A87-9814-1801-2D250B06E7E7}"/>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8388B4D0-A668-586C-F3C0-183E832C73F7}"/>
              </a:ext>
            </a:extLst>
          </p:cNvPr>
          <p:cNvSpPr>
            <a:spLocks noGrp="1"/>
          </p:cNvSpPr>
          <p:nvPr>
            <p:ph type="sldNum" sz="quarter" idx="4"/>
          </p:nvPr>
        </p:nvSpPr>
        <p:spPr/>
        <p:txBody>
          <a:bodyPr/>
          <a:lstStyle/>
          <a:p>
            <a:fld id="{3A02590D-67BD-4DF2-8CAA-B9002293EB8E}" type="slidenum">
              <a:rPr lang="en-US" smtClean="0"/>
              <a:pPr/>
              <a:t>11</a:t>
            </a:fld>
            <a:endParaRPr lang="en-US" dirty="0"/>
          </a:p>
        </p:txBody>
      </p:sp>
      <p:sp>
        <p:nvSpPr>
          <p:cNvPr id="5" name="Title 4">
            <a:extLst>
              <a:ext uri="{FF2B5EF4-FFF2-40B4-BE49-F238E27FC236}">
                <a16:creationId xmlns:a16="http://schemas.microsoft.com/office/drawing/2014/main" id="{378B092F-D273-8EF2-1693-295A946FCC89}"/>
              </a:ext>
            </a:extLst>
          </p:cNvPr>
          <p:cNvSpPr>
            <a:spLocks noGrp="1"/>
          </p:cNvSpPr>
          <p:nvPr>
            <p:ph type="title"/>
          </p:nvPr>
        </p:nvSpPr>
        <p:spPr/>
        <p:txBody>
          <a:bodyPr/>
          <a:lstStyle/>
          <a:p>
            <a:r>
              <a:rPr lang="vi-VN"/>
              <a:t>CÀI ĐẶT MÔI TRƯỜNG – NODE.JS</a:t>
            </a:r>
            <a:endParaRPr lang="en-US"/>
          </a:p>
        </p:txBody>
      </p:sp>
      <p:pic>
        <p:nvPicPr>
          <p:cNvPr id="6" name="Picture 5">
            <a:extLst>
              <a:ext uri="{FF2B5EF4-FFF2-40B4-BE49-F238E27FC236}">
                <a16:creationId xmlns:a16="http://schemas.microsoft.com/office/drawing/2014/main" id="{9C2083CF-76BB-26DF-8147-852C35B8DDA3}"/>
              </a:ext>
            </a:extLst>
          </p:cNvPr>
          <p:cNvPicPr>
            <a:picLocks noChangeAspect="1"/>
          </p:cNvPicPr>
          <p:nvPr/>
        </p:nvPicPr>
        <p:blipFill>
          <a:blip r:embed="rId2"/>
          <a:stretch>
            <a:fillRect/>
          </a:stretch>
        </p:blipFill>
        <p:spPr>
          <a:xfrm>
            <a:off x="5748457" y="799498"/>
            <a:ext cx="5939790" cy="4653915"/>
          </a:xfrm>
          <a:prstGeom prst="rect">
            <a:avLst/>
          </a:prstGeom>
        </p:spPr>
      </p:pic>
    </p:spTree>
    <p:extLst>
      <p:ext uri="{BB962C8B-B14F-4D97-AF65-F5344CB8AC3E}">
        <p14:creationId xmlns:p14="http://schemas.microsoft.com/office/powerpoint/2010/main" val="3848153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4AE1B-A3AD-3A2A-33BC-BD3AF4F5AC7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7C7C2F-E532-C936-7FF2-88876D3951FD}"/>
              </a:ext>
            </a:extLst>
          </p:cNvPr>
          <p:cNvSpPr>
            <a:spLocks noGrp="1"/>
          </p:cNvSpPr>
          <p:nvPr>
            <p:ph idx="1"/>
          </p:nvPr>
        </p:nvSpPr>
        <p:spPr>
          <a:xfrm>
            <a:off x="71120" y="1024758"/>
            <a:ext cx="5677337" cy="3090042"/>
          </a:xfrm>
        </p:spPr>
        <p:txBody>
          <a:bodyPr/>
          <a:lstStyle/>
          <a:p>
            <a:r>
              <a:rPr lang="en-US"/>
              <a:t>B</a:t>
            </a:r>
            <a:r>
              <a:rPr lang="vi-VN"/>
              <a:t>ước 5: Chọn thư mục đích</a:t>
            </a:r>
            <a:endParaRPr lang="en-US"/>
          </a:p>
          <a:p>
            <a:pPr lvl="1"/>
            <a:r>
              <a:rPr lang="vi-VN"/>
              <a:t>Chọn thư mục đích mà bạn muốn cài đặt Node.js. Bạn có thể thay đổi thư mục đích bằng cách nhấp vào nút </a:t>
            </a:r>
            <a:r>
              <a:rPr lang="vi-VN" b="1"/>
              <a:t>Thay đổi…. </a:t>
            </a:r>
            <a:r>
              <a:rPr lang="vi-VN"/>
              <a:t>Bạn nên để nguyên thư mục đích. Nhấn </a:t>
            </a:r>
            <a:r>
              <a:rPr lang="vi-VN" b="1"/>
              <a:t>Next</a:t>
            </a:r>
            <a:r>
              <a:rPr lang="vi-VN"/>
              <a:t> để tiếp tục.</a:t>
            </a:r>
            <a:endParaRPr lang="en-US"/>
          </a:p>
          <a:p>
            <a:pPr lvl="1"/>
            <a:endParaRPr lang="en-US"/>
          </a:p>
          <a:p>
            <a:pPr marL="0" indent="0">
              <a:buNone/>
            </a:pPr>
            <a:endParaRPr lang="en-US"/>
          </a:p>
          <a:p>
            <a:pPr lvl="1"/>
            <a:endParaRPr lang="en-US"/>
          </a:p>
        </p:txBody>
      </p:sp>
      <p:sp>
        <p:nvSpPr>
          <p:cNvPr id="3" name="Footer Placeholder 2">
            <a:extLst>
              <a:ext uri="{FF2B5EF4-FFF2-40B4-BE49-F238E27FC236}">
                <a16:creationId xmlns:a16="http://schemas.microsoft.com/office/drawing/2014/main" id="{A39F4D80-3C02-AD02-0D55-850C17D07A61}"/>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E6E799B0-5EA6-BBB7-0D76-FABDABE16A3B}"/>
              </a:ext>
            </a:extLst>
          </p:cNvPr>
          <p:cNvSpPr>
            <a:spLocks noGrp="1"/>
          </p:cNvSpPr>
          <p:nvPr>
            <p:ph type="sldNum" sz="quarter" idx="4"/>
          </p:nvPr>
        </p:nvSpPr>
        <p:spPr/>
        <p:txBody>
          <a:bodyPr/>
          <a:lstStyle/>
          <a:p>
            <a:fld id="{3A02590D-67BD-4DF2-8CAA-B9002293EB8E}" type="slidenum">
              <a:rPr lang="en-US" smtClean="0"/>
              <a:pPr/>
              <a:t>12</a:t>
            </a:fld>
            <a:endParaRPr lang="en-US" dirty="0"/>
          </a:p>
        </p:txBody>
      </p:sp>
      <p:sp>
        <p:nvSpPr>
          <p:cNvPr id="5" name="Title 4">
            <a:extLst>
              <a:ext uri="{FF2B5EF4-FFF2-40B4-BE49-F238E27FC236}">
                <a16:creationId xmlns:a16="http://schemas.microsoft.com/office/drawing/2014/main" id="{02A0F2C1-CDFB-9AFD-7044-12216607130F}"/>
              </a:ext>
            </a:extLst>
          </p:cNvPr>
          <p:cNvSpPr>
            <a:spLocks noGrp="1"/>
          </p:cNvSpPr>
          <p:nvPr>
            <p:ph type="title"/>
          </p:nvPr>
        </p:nvSpPr>
        <p:spPr/>
        <p:txBody>
          <a:bodyPr/>
          <a:lstStyle/>
          <a:p>
            <a:r>
              <a:rPr lang="vi-VN"/>
              <a:t>CÀI ĐẶT MÔI TRƯỜNG – NODE.JS</a:t>
            </a:r>
            <a:endParaRPr lang="en-US"/>
          </a:p>
        </p:txBody>
      </p:sp>
      <p:pic>
        <p:nvPicPr>
          <p:cNvPr id="7" name="Picture 6">
            <a:extLst>
              <a:ext uri="{FF2B5EF4-FFF2-40B4-BE49-F238E27FC236}">
                <a16:creationId xmlns:a16="http://schemas.microsoft.com/office/drawing/2014/main" id="{334B5438-4A48-3B05-1F02-5104142C9135}"/>
              </a:ext>
            </a:extLst>
          </p:cNvPr>
          <p:cNvPicPr>
            <a:picLocks noChangeAspect="1"/>
          </p:cNvPicPr>
          <p:nvPr/>
        </p:nvPicPr>
        <p:blipFill>
          <a:blip r:embed="rId2"/>
          <a:stretch>
            <a:fillRect/>
          </a:stretch>
        </p:blipFill>
        <p:spPr>
          <a:xfrm>
            <a:off x="5564505" y="1024758"/>
            <a:ext cx="5939790" cy="4587875"/>
          </a:xfrm>
          <a:prstGeom prst="rect">
            <a:avLst/>
          </a:prstGeom>
        </p:spPr>
      </p:pic>
    </p:spTree>
    <p:extLst>
      <p:ext uri="{BB962C8B-B14F-4D97-AF65-F5344CB8AC3E}">
        <p14:creationId xmlns:p14="http://schemas.microsoft.com/office/powerpoint/2010/main" val="2382694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54EA4-48F8-F7B9-CA5B-7E6243F2026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CE75E6-C76F-12D5-C04F-E387AD4178A8}"/>
              </a:ext>
            </a:extLst>
          </p:cNvPr>
          <p:cNvSpPr>
            <a:spLocks noGrp="1"/>
          </p:cNvSpPr>
          <p:nvPr>
            <p:ph idx="1"/>
          </p:nvPr>
        </p:nvSpPr>
        <p:spPr>
          <a:xfrm>
            <a:off x="71120" y="1024758"/>
            <a:ext cx="5841454" cy="4588510"/>
          </a:xfrm>
        </p:spPr>
        <p:txBody>
          <a:bodyPr>
            <a:normAutofit/>
          </a:bodyPr>
          <a:lstStyle/>
          <a:p>
            <a:r>
              <a:rPr lang="vi-VN"/>
              <a:t>Bước 6: Thiết lập tùy chỉnh</a:t>
            </a:r>
            <a:endParaRPr lang="en-US"/>
          </a:p>
          <a:p>
            <a:pPr lvl="1"/>
            <a:r>
              <a:rPr lang="vi-VN"/>
              <a:t>Nếu muốn, bạn có thể thay đổi cài đặt mặc định và tùy chỉnh chúng theo nhu cầu bằng cách nhấn vào các biểu tượng trên cây. Một lần nữa, bạn nên giữ nguyên cài đặt mặc định. Nhấn </a:t>
            </a:r>
            <a:r>
              <a:rPr lang="vi-VN" b="1"/>
              <a:t>Next</a:t>
            </a:r>
            <a:r>
              <a:rPr lang="vi-VN"/>
              <a:t> để chuyển sang bước tiếp theo của quá trình cài đặt.</a:t>
            </a:r>
            <a:endParaRPr lang="en-US"/>
          </a:p>
          <a:p>
            <a:pPr lvl="1"/>
            <a:endParaRPr lang="en-US"/>
          </a:p>
          <a:p>
            <a:pPr marL="0" indent="0">
              <a:buNone/>
            </a:pPr>
            <a:endParaRPr lang="en-US"/>
          </a:p>
          <a:p>
            <a:pPr lvl="1"/>
            <a:endParaRPr lang="en-US"/>
          </a:p>
        </p:txBody>
      </p:sp>
      <p:sp>
        <p:nvSpPr>
          <p:cNvPr id="3" name="Footer Placeholder 2">
            <a:extLst>
              <a:ext uri="{FF2B5EF4-FFF2-40B4-BE49-F238E27FC236}">
                <a16:creationId xmlns:a16="http://schemas.microsoft.com/office/drawing/2014/main" id="{DBCD50E9-3AB4-CFC1-CC5D-A2C55A268605}"/>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BF30A44C-823D-2CCB-1235-42438EC57E82}"/>
              </a:ext>
            </a:extLst>
          </p:cNvPr>
          <p:cNvSpPr>
            <a:spLocks noGrp="1"/>
          </p:cNvSpPr>
          <p:nvPr>
            <p:ph type="sldNum" sz="quarter" idx="4"/>
          </p:nvPr>
        </p:nvSpPr>
        <p:spPr/>
        <p:txBody>
          <a:bodyPr/>
          <a:lstStyle/>
          <a:p>
            <a:fld id="{3A02590D-67BD-4DF2-8CAA-B9002293EB8E}" type="slidenum">
              <a:rPr lang="en-US" smtClean="0"/>
              <a:pPr/>
              <a:t>13</a:t>
            </a:fld>
            <a:endParaRPr lang="en-US" dirty="0"/>
          </a:p>
        </p:txBody>
      </p:sp>
      <p:sp>
        <p:nvSpPr>
          <p:cNvPr id="5" name="Title 4">
            <a:extLst>
              <a:ext uri="{FF2B5EF4-FFF2-40B4-BE49-F238E27FC236}">
                <a16:creationId xmlns:a16="http://schemas.microsoft.com/office/drawing/2014/main" id="{7B8121E1-4756-B87C-2491-51E2B3D89CBD}"/>
              </a:ext>
            </a:extLst>
          </p:cNvPr>
          <p:cNvSpPr>
            <a:spLocks noGrp="1"/>
          </p:cNvSpPr>
          <p:nvPr>
            <p:ph type="title"/>
          </p:nvPr>
        </p:nvSpPr>
        <p:spPr/>
        <p:txBody>
          <a:bodyPr/>
          <a:lstStyle/>
          <a:p>
            <a:r>
              <a:rPr lang="vi-VN"/>
              <a:t>CÀI ĐẶT MÔI TRƯỜNG – NODE.JS</a:t>
            </a:r>
            <a:endParaRPr lang="en-US"/>
          </a:p>
        </p:txBody>
      </p:sp>
      <p:pic>
        <p:nvPicPr>
          <p:cNvPr id="6" name="Picture 5">
            <a:extLst>
              <a:ext uri="{FF2B5EF4-FFF2-40B4-BE49-F238E27FC236}">
                <a16:creationId xmlns:a16="http://schemas.microsoft.com/office/drawing/2014/main" id="{66F1D68F-8E0C-C34A-223F-80B7DA660DA3}"/>
              </a:ext>
            </a:extLst>
          </p:cNvPr>
          <p:cNvPicPr>
            <a:picLocks noChangeAspect="1"/>
          </p:cNvPicPr>
          <p:nvPr/>
        </p:nvPicPr>
        <p:blipFill>
          <a:blip r:embed="rId2"/>
          <a:stretch>
            <a:fillRect/>
          </a:stretch>
        </p:blipFill>
        <p:spPr>
          <a:xfrm>
            <a:off x="5912574" y="872820"/>
            <a:ext cx="5939790" cy="4588510"/>
          </a:xfrm>
          <a:prstGeom prst="rect">
            <a:avLst/>
          </a:prstGeom>
        </p:spPr>
      </p:pic>
    </p:spTree>
    <p:extLst>
      <p:ext uri="{BB962C8B-B14F-4D97-AF65-F5344CB8AC3E}">
        <p14:creationId xmlns:p14="http://schemas.microsoft.com/office/powerpoint/2010/main" val="3211878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66FAC-31FC-79DC-077B-359E9D5FDFD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24FB37-71C5-5880-477E-192C86F6972A}"/>
              </a:ext>
            </a:extLst>
          </p:cNvPr>
          <p:cNvSpPr>
            <a:spLocks noGrp="1"/>
          </p:cNvSpPr>
          <p:nvPr>
            <p:ph idx="1"/>
          </p:nvPr>
        </p:nvSpPr>
        <p:spPr>
          <a:xfrm>
            <a:off x="71120" y="1024758"/>
            <a:ext cx="5841454" cy="4588510"/>
          </a:xfrm>
        </p:spPr>
        <p:txBody>
          <a:bodyPr>
            <a:normAutofit/>
          </a:bodyPr>
          <a:lstStyle/>
          <a:p>
            <a:r>
              <a:rPr lang="vi-VN"/>
              <a:t>Bước </a:t>
            </a:r>
            <a:r>
              <a:rPr lang="en-US"/>
              <a:t>7</a:t>
            </a:r>
            <a:r>
              <a:rPr lang="vi-VN"/>
              <a:t>: Công cụ cho mô-đun gốc</a:t>
            </a:r>
            <a:endParaRPr lang="en-US"/>
          </a:p>
          <a:p>
            <a:pPr lvl="1"/>
            <a:r>
              <a:rPr lang="vi-VN"/>
              <a:t>Nhấp vào hộp kiểm nếu bạn muốn cài đặt các công cụ để biên dịch các mô-đun gốc. Nói chung, không bắt buộc phải cài đặt những công cụ này nên bạn có thể bỏ chọn hộp này. Nhấp vào nút </a:t>
            </a:r>
            <a:r>
              <a:rPr lang="vi-VN" b="1"/>
              <a:t>Tiếp theo</a:t>
            </a:r>
            <a:r>
              <a:rPr lang="vi-VN"/>
              <a:t> để đi tiếp. </a:t>
            </a:r>
            <a:endParaRPr lang="en-US"/>
          </a:p>
          <a:p>
            <a:pPr lvl="1"/>
            <a:endParaRPr lang="en-US"/>
          </a:p>
          <a:p>
            <a:pPr marL="0" indent="0">
              <a:buNone/>
            </a:pPr>
            <a:endParaRPr lang="en-US"/>
          </a:p>
          <a:p>
            <a:pPr lvl="1"/>
            <a:endParaRPr lang="en-US"/>
          </a:p>
        </p:txBody>
      </p:sp>
      <p:sp>
        <p:nvSpPr>
          <p:cNvPr id="3" name="Footer Placeholder 2">
            <a:extLst>
              <a:ext uri="{FF2B5EF4-FFF2-40B4-BE49-F238E27FC236}">
                <a16:creationId xmlns:a16="http://schemas.microsoft.com/office/drawing/2014/main" id="{3DEADE89-B3D0-7FD1-CCF4-087B180958D8}"/>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95D8D3FF-77F4-0D67-81A8-8A5B7E469466}"/>
              </a:ext>
            </a:extLst>
          </p:cNvPr>
          <p:cNvSpPr>
            <a:spLocks noGrp="1"/>
          </p:cNvSpPr>
          <p:nvPr>
            <p:ph type="sldNum" sz="quarter" idx="4"/>
          </p:nvPr>
        </p:nvSpPr>
        <p:spPr/>
        <p:txBody>
          <a:bodyPr/>
          <a:lstStyle/>
          <a:p>
            <a:fld id="{3A02590D-67BD-4DF2-8CAA-B9002293EB8E}" type="slidenum">
              <a:rPr lang="en-US" smtClean="0"/>
              <a:pPr/>
              <a:t>14</a:t>
            </a:fld>
            <a:endParaRPr lang="en-US" dirty="0"/>
          </a:p>
        </p:txBody>
      </p:sp>
      <p:sp>
        <p:nvSpPr>
          <p:cNvPr id="5" name="Title 4">
            <a:extLst>
              <a:ext uri="{FF2B5EF4-FFF2-40B4-BE49-F238E27FC236}">
                <a16:creationId xmlns:a16="http://schemas.microsoft.com/office/drawing/2014/main" id="{DCDE33E8-AE4A-C93C-E1AD-17012BA11D16}"/>
              </a:ext>
            </a:extLst>
          </p:cNvPr>
          <p:cNvSpPr>
            <a:spLocks noGrp="1"/>
          </p:cNvSpPr>
          <p:nvPr>
            <p:ph type="title"/>
          </p:nvPr>
        </p:nvSpPr>
        <p:spPr/>
        <p:txBody>
          <a:bodyPr/>
          <a:lstStyle/>
          <a:p>
            <a:r>
              <a:rPr lang="vi-VN"/>
              <a:t>CÀI ĐẶT MÔI TRƯỜNG – NODE.JS</a:t>
            </a:r>
            <a:endParaRPr lang="en-US"/>
          </a:p>
        </p:txBody>
      </p:sp>
      <p:pic>
        <p:nvPicPr>
          <p:cNvPr id="7" name="Picture 6">
            <a:extLst>
              <a:ext uri="{FF2B5EF4-FFF2-40B4-BE49-F238E27FC236}">
                <a16:creationId xmlns:a16="http://schemas.microsoft.com/office/drawing/2014/main" id="{1B54DFC9-B06D-8930-6225-6A54DDD4F7BC}"/>
              </a:ext>
            </a:extLst>
          </p:cNvPr>
          <p:cNvPicPr>
            <a:picLocks noChangeAspect="1"/>
          </p:cNvPicPr>
          <p:nvPr/>
        </p:nvPicPr>
        <p:blipFill>
          <a:blip r:embed="rId2"/>
          <a:stretch>
            <a:fillRect/>
          </a:stretch>
        </p:blipFill>
        <p:spPr>
          <a:xfrm>
            <a:off x="6096000" y="902838"/>
            <a:ext cx="5495925" cy="4291330"/>
          </a:xfrm>
          <a:prstGeom prst="rect">
            <a:avLst/>
          </a:prstGeom>
          <a:ln>
            <a:solidFill>
              <a:srgbClr val="0000CC"/>
            </a:solidFill>
          </a:ln>
        </p:spPr>
      </p:pic>
    </p:spTree>
    <p:extLst>
      <p:ext uri="{BB962C8B-B14F-4D97-AF65-F5344CB8AC3E}">
        <p14:creationId xmlns:p14="http://schemas.microsoft.com/office/powerpoint/2010/main" val="1060997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7B599-259B-EC35-DE53-7EB4E170CBF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8CE46E-98F4-94B4-E081-81402D8C29C5}"/>
              </a:ext>
            </a:extLst>
          </p:cNvPr>
          <p:cNvSpPr>
            <a:spLocks noGrp="1"/>
          </p:cNvSpPr>
          <p:nvPr>
            <p:ph idx="1"/>
          </p:nvPr>
        </p:nvSpPr>
        <p:spPr>
          <a:xfrm>
            <a:off x="71120" y="1024758"/>
            <a:ext cx="5841454" cy="4588510"/>
          </a:xfrm>
        </p:spPr>
        <p:txBody>
          <a:bodyPr>
            <a:normAutofit/>
          </a:bodyPr>
          <a:lstStyle/>
          <a:p>
            <a:r>
              <a:rPr lang="vi-VN" dirty="0"/>
              <a:t> </a:t>
            </a:r>
            <a:r>
              <a:rPr lang="en-US" dirty="0" err="1"/>
              <a:t>Bước</a:t>
            </a:r>
            <a:r>
              <a:rPr lang="en-US" dirty="0"/>
              <a:t> 8: </a:t>
            </a:r>
            <a:r>
              <a:rPr lang="vi-VN" dirty="0"/>
              <a:t>Sẵn sàng cài đặt Node.js</a:t>
            </a:r>
            <a:endParaRPr lang="en-US" dirty="0"/>
          </a:p>
          <a:p>
            <a:pPr lvl="1"/>
            <a:r>
              <a:rPr lang="vi-VN" dirty="0"/>
              <a:t>Bây giờ cửa sổ cài đặt cuối cùng sẽ được mở. Bấm vào nút </a:t>
            </a:r>
            <a:r>
              <a:rPr lang="vi-VN" b="1" dirty="0"/>
              <a:t>Cài đặt</a:t>
            </a:r>
            <a:r>
              <a:rPr lang="vi-VN" dirty="0"/>
              <a:t> để bắt đầu cài đặt. Bạn cũng có thể quay lại các bước trước để xem lại hoặc thay đổi bất kỳ cài đặt cài đặt nào bằng cách nhấp vào nút </a:t>
            </a:r>
            <a:r>
              <a:rPr lang="vi-VN" b="1" dirty="0"/>
              <a:t>Quay lại</a:t>
            </a:r>
            <a:r>
              <a:rPr lang="vi-VN" dirty="0"/>
              <a:t>.</a:t>
            </a:r>
            <a:endParaRPr lang="en-US" dirty="0"/>
          </a:p>
          <a:p>
            <a:pPr lvl="1"/>
            <a:endParaRPr lang="en-US" dirty="0"/>
          </a:p>
          <a:p>
            <a:pPr marL="0" indent="0">
              <a:buNone/>
            </a:pPr>
            <a:endParaRPr lang="en-US" dirty="0"/>
          </a:p>
          <a:p>
            <a:pPr lvl="1"/>
            <a:endParaRPr lang="en-US" dirty="0"/>
          </a:p>
        </p:txBody>
      </p:sp>
      <p:sp>
        <p:nvSpPr>
          <p:cNvPr id="3" name="Footer Placeholder 2">
            <a:extLst>
              <a:ext uri="{FF2B5EF4-FFF2-40B4-BE49-F238E27FC236}">
                <a16:creationId xmlns:a16="http://schemas.microsoft.com/office/drawing/2014/main" id="{B4B6712F-5EB8-E7D6-CF67-966D86E7493B}"/>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F3DC16A6-386A-C595-5D40-289755689863}"/>
              </a:ext>
            </a:extLst>
          </p:cNvPr>
          <p:cNvSpPr>
            <a:spLocks noGrp="1"/>
          </p:cNvSpPr>
          <p:nvPr>
            <p:ph type="sldNum" sz="quarter" idx="4"/>
          </p:nvPr>
        </p:nvSpPr>
        <p:spPr/>
        <p:txBody>
          <a:bodyPr/>
          <a:lstStyle/>
          <a:p>
            <a:fld id="{3A02590D-67BD-4DF2-8CAA-B9002293EB8E}" type="slidenum">
              <a:rPr lang="en-US" smtClean="0"/>
              <a:pPr/>
              <a:t>15</a:t>
            </a:fld>
            <a:endParaRPr lang="en-US" dirty="0"/>
          </a:p>
        </p:txBody>
      </p:sp>
      <p:sp>
        <p:nvSpPr>
          <p:cNvPr id="5" name="Title 4">
            <a:extLst>
              <a:ext uri="{FF2B5EF4-FFF2-40B4-BE49-F238E27FC236}">
                <a16:creationId xmlns:a16="http://schemas.microsoft.com/office/drawing/2014/main" id="{FB1B23C0-EC10-F264-0181-0FFA3F0DBF0E}"/>
              </a:ext>
            </a:extLst>
          </p:cNvPr>
          <p:cNvSpPr>
            <a:spLocks noGrp="1"/>
          </p:cNvSpPr>
          <p:nvPr>
            <p:ph type="title"/>
          </p:nvPr>
        </p:nvSpPr>
        <p:spPr/>
        <p:txBody>
          <a:bodyPr/>
          <a:lstStyle/>
          <a:p>
            <a:r>
              <a:rPr lang="vi-VN"/>
              <a:t>CÀI ĐẶT MÔI TRƯỜNG – NODE.JS</a:t>
            </a:r>
            <a:endParaRPr lang="en-US"/>
          </a:p>
        </p:txBody>
      </p:sp>
      <p:pic>
        <p:nvPicPr>
          <p:cNvPr id="6" name="Picture 5">
            <a:extLst>
              <a:ext uri="{FF2B5EF4-FFF2-40B4-BE49-F238E27FC236}">
                <a16:creationId xmlns:a16="http://schemas.microsoft.com/office/drawing/2014/main" id="{7DF28D56-6965-B96F-A0DD-93BC17E0692B}"/>
              </a:ext>
            </a:extLst>
          </p:cNvPr>
          <p:cNvPicPr>
            <a:picLocks noChangeAspect="1"/>
          </p:cNvPicPr>
          <p:nvPr/>
        </p:nvPicPr>
        <p:blipFill>
          <a:blip r:embed="rId2"/>
          <a:stretch>
            <a:fillRect/>
          </a:stretch>
        </p:blipFill>
        <p:spPr>
          <a:xfrm>
            <a:off x="5912574" y="937260"/>
            <a:ext cx="5939790" cy="4597400"/>
          </a:xfrm>
          <a:prstGeom prst="rect">
            <a:avLst/>
          </a:prstGeom>
        </p:spPr>
      </p:pic>
    </p:spTree>
    <p:extLst>
      <p:ext uri="{BB962C8B-B14F-4D97-AF65-F5344CB8AC3E}">
        <p14:creationId xmlns:p14="http://schemas.microsoft.com/office/powerpoint/2010/main" val="391310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5D0C6-14A4-041D-3E46-825278FC59E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75EB39-5D2B-058C-70CA-C1112D053569}"/>
              </a:ext>
            </a:extLst>
          </p:cNvPr>
          <p:cNvSpPr>
            <a:spLocks noGrp="1"/>
          </p:cNvSpPr>
          <p:nvPr>
            <p:ph idx="1"/>
          </p:nvPr>
        </p:nvSpPr>
        <p:spPr>
          <a:xfrm>
            <a:off x="71120" y="1024758"/>
            <a:ext cx="5841454" cy="4588510"/>
          </a:xfrm>
        </p:spPr>
        <p:txBody>
          <a:bodyPr>
            <a:normAutofit/>
          </a:bodyPr>
          <a:lstStyle/>
          <a:p>
            <a:r>
              <a:rPr lang="vi-VN"/>
              <a:t> </a:t>
            </a:r>
            <a:r>
              <a:rPr lang="en-US"/>
              <a:t>Bước 8: </a:t>
            </a:r>
            <a:r>
              <a:rPr lang="vi-VN"/>
              <a:t>Sẵn sàng cài đặt Node.js</a:t>
            </a:r>
            <a:endParaRPr lang="en-US"/>
          </a:p>
          <a:p>
            <a:pPr lvl="1"/>
            <a:r>
              <a:rPr lang="vi-VN"/>
              <a:t>Bây giờ cửa sổ cài đặt cuối cùng sẽ được mở. Bấm vào nút </a:t>
            </a:r>
            <a:r>
              <a:rPr lang="vi-VN" b="1"/>
              <a:t>Cài đặt</a:t>
            </a:r>
            <a:r>
              <a:rPr lang="vi-VN"/>
              <a:t> để bắt đầu cài đặt. Bạn cũng có thể quay lại các bước trước để xem lại hoặc thay đổi bất kỳ cài đặt cài đặt nào bằng cách nhấp vào nút </a:t>
            </a:r>
            <a:r>
              <a:rPr lang="vi-VN" b="1"/>
              <a:t>Quay lại</a:t>
            </a:r>
            <a:r>
              <a:rPr lang="vi-VN"/>
              <a:t>.</a:t>
            </a:r>
            <a:endParaRPr lang="en-US"/>
          </a:p>
          <a:p>
            <a:pPr lvl="1"/>
            <a:endParaRPr lang="en-US"/>
          </a:p>
          <a:p>
            <a:pPr marL="0" indent="0">
              <a:buNone/>
            </a:pPr>
            <a:endParaRPr lang="en-US"/>
          </a:p>
          <a:p>
            <a:pPr lvl="1"/>
            <a:endParaRPr lang="en-US"/>
          </a:p>
        </p:txBody>
      </p:sp>
      <p:sp>
        <p:nvSpPr>
          <p:cNvPr id="3" name="Footer Placeholder 2">
            <a:extLst>
              <a:ext uri="{FF2B5EF4-FFF2-40B4-BE49-F238E27FC236}">
                <a16:creationId xmlns:a16="http://schemas.microsoft.com/office/drawing/2014/main" id="{A52B9443-8F73-E6C4-1B13-CDEA5E1A1811}"/>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7BA7D567-3231-2323-C41B-275F848A1A01}"/>
              </a:ext>
            </a:extLst>
          </p:cNvPr>
          <p:cNvSpPr>
            <a:spLocks noGrp="1"/>
          </p:cNvSpPr>
          <p:nvPr>
            <p:ph type="sldNum" sz="quarter" idx="4"/>
          </p:nvPr>
        </p:nvSpPr>
        <p:spPr/>
        <p:txBody>
          <a:bodyPr/>
          <a:lstStyle/>
          <a:p>
            <a:fld id="{3A02590D-67BD-4DF2-8CAA-B9002293EB8E}" type="slidenum">
              <a:rPr lang="en-US" smtClean="0"/>
              <a:pPr/>
              <a:t>16</a:t>
            </a:fld>
            <a:endParaRPr lang="en-US" dirty="0"/>
          </a:p>
        </p:txBody>
      </p:sp>
      <p:sp>
        <p:nvSpPr>
          <p:cNvPr id="5" name="Title 4">
            <a:extLst>
              <a:ext uri="{FF2B5EF4-FFF2-40B4-BE49-F238E27FC236}">
                <a16:creationId xmlns:a16="http://schemas.microsoft.com/office/drawing/2014/main" id="{0233C9B2-C778-43BA-B947-A621A5F98618}"/>
              </a:ext>
            </a:extLst>
          </p:cNvPr>
          <p:cNvSpPr>
            <a:spLocks noGrp="1"/>
          </p:cNvSpPr>
          <p:nvPr>
            <p:ph type="title"/>
          </p:nvPr>
        </p:nvSpPr>
        <p:spPr/>
        <p:txBody>
          <a:bodyPr/>
          <a:lstStyle/>
          <a:p>
            <a:r>
              <a:rPr lang="vi-VN"/>
              <a:t>CÀI ĐẶT MÔI TRƯỜNG – NODE.JS</a:t>
            </a:r>
            <a:endParaRPr lang="en-US"/>
          </a:p>
        </p:txBody>
      </p:sp>
      <p:pic>
        <p:nvPicPr>
          <p:cNvPr id="6" name="Picture 5">
            <a:extLst>
              <a:ext uri="{FF2B5EF4-FFF2-40B4-BE49-F238E27FC236}">
                <a16:creationId xmlns:a16="http://schemas.microsoft.com/office/drawing/2014/main" id="{85B06596-7E8A-473F-872B-C4F2F1DFA022}"/>
              </a:ext>
            </a:extLst>
          </p:cNvPr>
          <p:cNvPicPr>
            <a:picLocks noChangeAspect="1"/>
          </p:cNvPicPr>
          <p:nvPr/>
        </p:nvPicPr>
        <p:blipFill>
          <a:blip r:embed="rId2"/>
          <a:stretch>
            <a:fillRect/>
          </a:stretch>
        </p:blipFill>
        <p:spPr>
          <a:xfrm>
            <a:off x="5912574" y="937260"/>
            <a:ext cx="5939790" cy="4597400"/>
          </a:xfrm>
          <a:prstGeom prst="rect">
            <a:avLst/>
          </a:prstGeom>
        </p:spPr>
      </p:pic>
    </p:spTree>
    <p:extLst>
      <p:ext uri="{BB962C8B-B14F-4D97-AF65-F5344CB8AC3E}">
        <p14:creationId xmlns:p14="http://schemas.microsoft.com/office/powerpoint/2010/main" val="3589803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A066E-2211-FF15-6EBC-17761CC13FF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B8E7F9-F4E5-ED4D-1453-CB8323139B8D}"/>
              </a:ext>
            </a:extLst>
          </p:cNvPr>
          <p:cNvSpPr>
            <a:spLocks noGrp="1"/>
          </p:cNvSpPr>
          <p:nvPr>
            <p:ph idx="1"/>
          </p:nvPr>
        </p:nvSpPr>
        <p:spPr>
          <a:xfrm>
            <a:off x="71120" y="1024758"/>
            <a:ext cx="5841454" cy="4588510"/>
          </a:xfrm>
        </p:spPr>
        <p:txBody>
          <a:bodyPr>
            <a:normAutofit/>
          </a:bodyPr>
          <a:lstStyle/>
          <a:p>
            <a:r>
              <a:rPr lang="vi-VN"/>
              <a:t> Sau khi nhấp vào nút </a:t>
            </a:r>
            <a:r>
              <a:rPr lang="vi-VN" b="1"/>
              <a:t>Cài đặt</a:t>
            </a:r>
            <a:r>
              <a:rPr lang="vi-VN"/>
              <a:t>, quá trình cài đặt sẽ bắt đầu ngay và hoàn tất trong vòng vài phút.</a:t>
            </a:r>
            <a:endParaRPr lang="en-US"/>
          </a:p>
          <a:p>
            <a:r>
              <a:rPr lang="vi-VN"/>
              <a:t>Cuối cùng, bạn sẽ thấy thông báo cài đặt hoàn tất. Bấm vào nút </a:t>
            </a:r>
            <a:r>
              <a:rPr lang="vi-VN" b="1"/>
              <a:t>Hoàn tất</a:t>
            </a:r>
            <a:r>
              <a:rPr lang="vi-VN"/>
              <a:t> để thoát khỏi trình hướng dẫn cài đặt.</a:t>
            </a:r>
            <a:endParaRPr lang="en-US"/>
          </a:p>
          <a:p>
            <a:endParaRPr lang="en-US"/>
          </a:p>
          <a:p>
            <a:pPr marL="0" indent="0">
              <a:buNone/>
            </a:pPr>
            <a:endParaRPr lang="en-US"/>
          </a:p>
          <a:p>
            <a:pPr lvl="1"/>
            <a:endParaRPr lang="en-US"/>
          </a:p>
        </p:txBody>
      </p:sp>
      <p:sp>
        <p:nvSpPr>
          <p:cNvPr id="3" name="Footer Placeholder 2">
            <a:extLst>
              <a:ext uri="{FF2B5EF4-FFF2-40B4-BE49-F238E27FC236}">
                <a16:creationId xmlns:a16="http://schemas.microsoft.com/office/drawing/2014/main" id="{C7795B57-AC73-8F64-8C4E-04F844FF39DF}"/>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F8516BCC-EDD3-9BB1-3E0B-D65B9C9BB991}"/>
              </a:ext>
            </a:extLst>
          </p:cNvPr>
          <p:cNvSpPr>
            <a:spLocks noGrp="1"/>
          </p:cNvSpPr>
          <p:nvPr>
            <p:ph type="sldNum" sz="quarter" idx="4"/>
          </p:nvPr>
        </p:nvSpPr>
        <p:spPr/>
        <p:txBody>
          <a:bodyPr/>
          <a:lstStyle/>
          <a:p>
            <a:fld id="{3A02590D-67BD-4DF2-8CAA-B9002293EB8E}" type="slidenum">
              <a:rPr lang="en-US" smtClean="0"/>
              <a:pPr/>
              <a:t>17</a:t>
            </a:fld>
            <a:endParaRPr lang="en-US" dirty="0"/>
          </a:p>
        </p:txBody>
      </p:sp>
      <p:sp>
        <p:nvSpPr>
          <p:cNvPr id="5" name="Title 4">
            <a:extLst>
              <a:ext uri="{FF2B5EF4-FFF2-40B4-BE49-F238E27FC236}">
                <a16:creationId xmlns:a16="http://schemas.microsoft.com/office/drawing/2014/main" id="{A82F8FE0-1FFC-3CD5-B77E-15A165CFA389}"/>
              </a:ext>
            </a:extLst>
          </p:cNvPr>
          <p:cNvSpPr>
            <a:spLocks noGrp="1"/>
          </p:cNvSpPr>
          <p:nvPr>
            <p:ph type="title"/>
          </p:nvPr>
        </p:nvSpPr>
        <p:spPr/>
        <p:txBody>
          <a:bodyPr/>
          <a:lstStyle/>
          <a:p>
            <a:r>
              <a:rPr lang="vi-VN"/>
              <a:t>CÀI ĐẶT MÔI TRƯỜNG – NODE.JS</a:t>
            </a:r>
            <a:endParaRPr lang="en-US"/>
          </a:p>
        </p:txBody>
      </p:sp>
      <p:pic>
        <p:nvPicPr>
          <p:cNvPr id="7" name="Picture 6">
            <a:extLst>
              <a:ext uri="{FF2B5EF4-FFF2-40B4-BE49-F238E27FC236}">
                <a16:creationId xmlns:a16="http://schemas.microsoft.com/office/drawing/2014/main" id="{4ADA3121-5ED8-2487-32DF-A75C2275621E}"/>
              </a:ext>
            </a:extLst>
          </p:cNvPr>
          <p:cNvPicPr>
            <a:picLocks noChangeAspect="1"/>
          </p:cNvPicPr>
          <p:nvPr/>
        </p:nvPicPr>
        <p:blipFill>
          <a:blip r:embed="rId2"/>
          <a:stretch>
            <a:fillRect/>
          </a:stretch>
        </p:blipFill>
        <p:spPr>
          <a:xfrm>
            <a:off x="5800724" y="1024758"/>
            <a:ext cx="5939790" cy="4612005"/>
          </a:xfrm>
          <a:prstGeom prst="rect">
            <a:avLst/>
          </a:prstGeom>
        </p:spPr>
      </p:pic>
    </p:spTree>
    <p:extLst>
      <p:ext uri="{BB962C8B-B14F-4D97-AF65-F5344CB8AC3E}">
        <p14:creationId xmlns:p14="http://schemas.microsoft.com/office/powerpoint/2010/main" val="1811329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BFB0B-54A5-0F8D-9B29-232B50673EE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71F409-1C81-06C3-2558-D05D736BCD65}"/>
              </a:ext>
            </a:extLst>
          </p:cNvPr>
          <p:cNvSpPr>
            <a:spLocks noGrp="1"/>
          </p:cNvSpPr>
          <p:nvPr>
            <p:ph idx="1"/>
          </p:nvPr>
        </p:nvSpPr>
        <p:spPr>
          <a:xfrm>
            <a:off x="71120" y="1024758"/>
            <a:ext cx="11673840" cy="4588510"/>
          </a:xfrm>
        </p:spPr>
        <p:txBody>
          <a:bodyPr>
            <a:normAutofit/>
          </a:bodyPr>
          <a:lstStyle/>
          <a:p>
            <a:r>
              <a:rPr lang="en-US"/>
              <a:t>Bước 9 </a:t>
            </a:r>
            <a:r>
              <a:rPr lang="vi-VN"/>
              <a:t>Xác nhận rằng Node.js và npm đã được cài đặt chính xác</a:t>
            </a:r>
            <a:endParaRPr lang="en-US"/>
          </a:p>
          <a:p>
            <a:r>
              <a:rPr lang="en-US"/>
              <a:t>Để kiểm tra xem bạn đã cài đặt Node.js đúng cách trên hệ thống chưa, hãy chạy lệnh sau trong terminal của bạn: </a:t>
            </a:r>
            <a:r>
              <a:rPr lang="en-US" b="1"/>
              <a:t>node --version</a:t>
            </a:r>
            <a:endParaRPr lang="en-US"/>
          </a:p>
          <a:p>
            <a:r>
              <a:rPr lang="en-US"/>
              <a:t>Để kiểm tra xem bạn đã cài đặt npm đúng cách trên hệ thống của mình chưa, hãy chạy lệnh sau trong terminal của bạn: </a:t>
            </a:r>
            <a:r>
              <a:rPr lang="en-US" b="1"/>
              <a:t>npm --version</a:t>
            </a:r>
            <a:endParaRPr lang="en-US"/>
          </a:p>
          <a:p>
            <a:r>
              <a:rPr lang="en-US"/>
              <a:t>Phiên bản đã cài đặt của Node.js và npm được hiển thị trong terminal.</a:t>
            </a:r>
          </a:p>
          <a:p>
            <a:endParaRPr lang="en-US"/>
          </a:p>
          <a:p>
            <a:endParaRPr lang="en-US"/>
          </a:p>
          <a:p>
            <a:pPr lvl="1"/>
            <a:endParaRPr lang="en-US"/>
          </a:p>
          <a:p>
            <a:pPr marL="0" indent="0">
              <a:buNone/>
            </a:pPr>
            <a:endParaRPr lang="en-US"/>
          </a:p>
          <a:p>
            <a:pPr lvl="1"/>
            <a:endParaRPr lang="en-US"/>
          </a:p>
        </p:txBody>
      </p:sp>
      <p:sp>
        <p:nvSpPr>
          <p:cNvPr id="3" name="Footer Placeholder 2">
            <a:extLst>
              <a:ext uri="{FF2B5EF4-FFF2-40B4-BE49-F238E27FC236}">
                <a16:creationId xmlns:a16="http://schemas.microsoft.com/office/drawing/2014/main" id="{E0F37C46-7AF5-FEA3-348C-62D60036A26C}"/>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1E8F4213-8E5F-BD3C-DBF2-A38D465D880F}"/>
              </a:ext>
            </a:extLst>
          </p:cNvPr>
          <p:cNvSpPr>
            <a:spLocks noGrp="1"/>
          </p:cNvSpPr>
          <p:nvPr>
            <p:ph type="sldNum" sz="quarter" idx="4"/>
          </p:nvPr>
        </p:nvSpPr>
        <p:spPr/>
        <p:txBody>
          <a:bodyPr/>
          <a:lstStyle/>
          <a:p>
            <a:fld id="{3A02590D-67BD-4DF2-8CAA-B9002293EB8E}" type="slidenum">
              <a:rPr lang="en-US" smtClean="0"/>
              <a:pPr/>
              <a:t>18</a:t>
            </a:fld>
            <a:endParaRPr lang="en-US" dirty="0"/>
          </a:p>
        </p:txBody>
      </p:sp>
      <p:sp>
        <p:nvSpPr>
          <p:cNvPr id="5" name="Title 4">
            <a:extLst>
              <a:ext uri="{FF2B5EF4-FFF2-40B4-BE49-F238E27FC236}">
                <a16:creationId xmlns:a16="http://schemas.microsoft.com/office/drawing/2014/main" id="{D1317733-B563-88B1-FCF5-764DBBCB890E}"/>
              </a:ext>
            </a:extLst>
          </p:cNvPr>
          <p:cNvSpPr>
            <a:spLocks noGrp="1"/>
          </p:cNvSpPr>
          <p:nvPr>
            <p:ph type="title"/>
          </p:nvPr>
        </p:nvSpPr>
        <p:spPr/>
        <p:txBody>
          <a:bodyPr/>
          <a:lstStyle/>
          <a:p>
            <a:r>
              <a:rPr lang="vi-VN"/>
              <a:t>CÀI ĐẶT MÔI TRƯỜNG – NODE.JS</a:t>
            </a:r>
            <a:endParaRPr lang="en-US"/>
          </a:p>
        </p:txBody>
      </p:sp>
      <p:pic>
        <p:nvPicPr>
          <p:cNvPr id="6" name="Picture 5">
            <a:extLst>
              <a:ext uri="{FF2B5EF4-FFF2-40B4-BE49-F238E27FC236}">
                <a16:creationId xmlns:a16="http://schemas.microsoft.com/office/drawing/2014/main" id="{43C0CCA5-CFFD-9399-A195-60A8FFB47371}"/>
              </a:ext>
            </a:extLst>
          </p:cNvPr>
          <p:cNvPicPr>
            <a:picLocks noChangeAspect="1"/>
          </p:cNvPicPr>
          <p:nvPr/>
        </p:nvPicPr>
        <p:blipFill>
          <a:blip r:embed="rId2"/>
          <a:stretch>
            <a:fillRect/>
          </a:stretch>
        </p:blipFill>
        <p:spPr>
          <a:xfrm>
            <a:off x="2646361" y="3917818"/>
            <a:ext cx="6308725" cy="2250106"/>
          </a:xfrm>
          <a:prstGeom prst="rect">
            <a:avLst/>
          </a:prstGeom>
        </p:spPr>
      </p:pic>
    </p:spTree>
    <p:extLst>
      <p:ext uri="{BB962C8B-B14F-4D97-AF65-F5344CB8AC3E}">
        <p14:creationId xmlns:p14="http://schemas.microsoft.com/office/powerpoint/2010/main" val="3563890660"/>
      </p:ext>
    </p:extLst>
  </p:cSld>
  <p:clrMapOvr>
    <a:masterClrMapping/>
  </p:clrMapOvr>
</p:sld>
</file>

<file path=ppt/theme/theme1.xml><?xml version="1.0" encoding="utf-8"?>
<a:theme xmlns:a="http://schemas.openxmlformats.org/drawingml/2006/main" name="Blue - v3">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ain font">
      <a:majorFont>
        <a:latin typeface="Nunito Bold"/>
        <a:ea typeface=""/>
        <a:cs typeface=""/>
      </a:majorFont>
      <a:minorFont>
        <a:latin typeface="Nuni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4510</TotalTime>
  <Words>1059</Words>
  <Application>Microsoft Office PowerPoint</Application>
  <PresentationFormat>Widescreen</PresentationFormat>
  <Paragraphs>107</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Courier New</vt:lpstr>
      <vt:lpstr>Nunito</vt:lpstr>
      <vt:lpstr>Times New Roman</vt:lpstr>
      <vt:lpstr>Wingdings</vt:lpstr>
      <vt:lpstr>Blue - v3</vt:lpstr>
      <vt:lpstr>CÀI ĐẶT MÔI TRƯỜNG VÀ CODE EDITOR</vt:lpstr>
      <vt:lpstr>CÀI ĐẶT VISUAL STUDIO CODE</vt:lpstr>
      <vt:lpstr>CÀI ĐẶT VISUAL STUDIO CODE</vt:lpstr>
      <vt:lpstr>CÀI ĐẶT VISUAL STUDIO CODE</vt:lpstr>
      <vt:lpstr>CÀI ĐẶT VISUAL STUDIO CODE</vt:lpstr>
      <vt:lpstr>CÀI ĐẶT VISUAL STUDIO CODE</vt:lpstr>
      <vt:lpstr>CÀI ĐẶT VISUAL STUDIO CODE</vt:lpstr>
      <vt:lpstr>CÀI ĐẶT VISUAL STUDIO CODE</vt:lpstr>
      <vt:lpstr>CÀI ĐẶT MÔI TRƯỜNG – NODE.JS</vt:lpstr>
      <vt:lpstr>CÀI ĐẶT MÔI TRƯỜNG – NODE.JS</vt:lpstr>
      <vt:lpstr>CÀI ĐẶT MÔI TRƯỜNG – NODE.JS</vt:lpstr>
      <vt:lpstr>CÀI ĐẶT MÔI TRƯỜNG – NODE.JS</vt:lpstr>
      <vt:lpstr>CÀI ĐẶT MÔI TRƯỜNG – NODE.JS</vt:lpstr>
      <vt:lpstr>CÀI ĐẶT MÔI TRƯỜNG – NODE.JS</vt:lpstr>
      <vt:lpstr>CÀI ĐẶT MÔI TRƯỜNG – NODE.JS</vt:lpstr>
      <vt:lpstr>CÀI ĐẶT MÔI TRƯỜNG – NODE.JS</vt:lpstr>
      <vt:lpstr>CÀI ĐẶT MÔI TRƯỜNG – NODE.JS</vt:lpstr>
      <vt:lpstr>CÀI ĐẶT MÔI TRƯỜNG – NODE.JS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This PC</dc:creator>
  <cp:lastModifiedBy>Thắng Vĩnh</cp:lastModifiedBy>
  <cp:revision>312</cp:revision>
  <dcterms:created xsi:type="dcterms:W3CDTF">2021-12-20T01:48:15Z</dcterms:created>
  <dcterms:modified xsi:type="dcterms:W3CDTF">2025-12-15T09:57:07Z</dcterms:modified>
</cp:coreProperties>
</file>