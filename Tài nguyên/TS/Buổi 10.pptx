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6"/>
  </p:notesMasterIdLst>
  <p:handoutMasterIdLst>
    <p:handoutMasterId r:id="rId7"/>
  </p:handoutMasterIdLst>
  <p:sldIdLst>
    <p:sldId id="259" r:id="rId2"/>
    <p:sldId id="487" r:id="rId3"/>
    <p:sldId id="497" r:id="rId4"/>
    <p:sldId id="47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0C650AF-D70C-4C72-807E-CA8005841A33}">
          <p14:sldIdLst>
            <p14:sldId id="259"/>
            <p14:sldId id="487"/>
            <p14:sldId id="497"/>
            <p14:sldId id="4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CC0099"/>
    <a:srgbClr val="D8F0FF"/>
    <a:srgbClr val="9BD9FF"/>
    <a:srgbClr val="008EE5"/>
    <a:srgbClr val="03B3DD"/>
    <a:srgbClr val="0090E5"/>
    <a:srgbClr val="03B4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24" y="114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3115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215930-8719-4C15-9737-2648B85A77AE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9F2053-7AB1-48B2-9643-49BF192C4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0518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4456ED-8D73-4DA4-A78C-89D419F66C39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AED4D-2311-4E17-8D7B-C33F7112F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310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6AED4D-2311-4E17-8D7B-C33F7112F3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757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558" y="1024758"/>
            <a:ext cx="11225047" cy="52341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Clr>
                <a:srgbClr val="0000CC"/>
              </a:buClr>
              <a:buFont typeface="Wingdings" pitchFamily="2" charset="2"/>
              <a:buChar char="§"/>
              <a:defRPr sz="2800" b="0">
                <a:latin typeface="Times New Roman" pitchFamily="18" charset="0"/>
                <a:cs typeface="Times New Roman" pitchFamily="18" charset="0"/>
              </a:defRPr>
            </a:lvl1pPr>
            <a:lvl2pPr marL="685800" indent="-228600">
              <a:buClr>
                <a:srgbClr val="FF00FF"/>
              </a:buClr>
              <a:buFont typeface="Arial" pitchFamily="34" charset="0"/>
              <a:buChar char="•"/>
              <a:defRPr sz="2400" b="0"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buClr>
                <a:srgbClr val="009900"/>
              </a:buClr>
              <a:buFont typeface="Courier New" pitchFamily="49" charset="0"/>
              <a:buChar char="o"/>
              <a:defRPr sz="2200" b="0">
                <a:latin typeface="Times New Roman" pitchFamily="18" charset="0"/>
                <a:cs typeface="Times New Roman" pitchFamily="18" charset="0"/>
              </a:defRPr>
            </a:lvl3pPr>
            <a:lvl4pPr>
              <a:defRPr sz="2200" b="0">
                <a:latin typeface="Times New Roman" pitchFamily="18" charset="0"/>
                <a:cs typeface="Times New Roman" pitchFamily="18" charset="0"/>
              </a:defRPr>
            </a:lvl4pPr>
            <a:lvl5pPr>
              <a:defRPr sz="2200" b="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/>
              <a:t>Second </a:t>
            </a:r>
            <a:r>
              <a:rPr lang="en-US" dirty="0"/>
              <a:t>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231" y="6482377"/>
            <a:ext cx="55224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09164" y="640364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02590D-67BD-4DF2-8CAA-B9002293EB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2396360" y="2870"/>
            <a:ext cx="9795640" cy="79662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09032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85459"/>
            <a:ext cx="12192000" cy="168050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329" y="3784922"/>
            <a:ext cx="6165669" cy="308104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330" y="3784922"/>
            <a:ext cx="6165669" cy="308104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2377"/>
            <a:ext cx="6026329" cy="383585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1812003" y="0"/>
            <a:ext cx="10385077" cy="804707"/>
          </a:xfrm>
          <a:custGeom>
            <a:avLst/>
            <a:gdLst>
              <a:gd name="connsiteX0" fmla="*/ 0 w 9517626"/>
              <a:gd name="connsiteY0" fmla="*/ 0 h 783157"/>
              <a:gd name="connsiteX1" fmla="*/ 9517626 w 9517626"/>
              <a:gd name="connsiteY1" fmla="*/ 0 h 783157"/>
              <a:gd name="connsiteX2" fmla="*/ 9517626 w 9517626"/>
              <a:gd name="connsiteY2" fmla="*/ 783157 h 783157"/>
              <a:gd name="connsiteX3" fmla="*/ 0 w 9517626"/>
              <a:gd name="connsiteY3" fmla="*/ 783157 h 783157"/>
              <a:gd name="connsiteX4" fmla="*/ 0 w 9517626"/>
              <a:gd name="connsiteY4" fmla="*/ 0 h 783157"/>
              <a:gd name="connsiteX0" fmla="*/ 117987 w 9635613"/>
              <a:gd name="connsiteY0" fmla="*/ 0 h 783157"/>
              <a:gd name="connsiteX1" fmla="*/ 9635613 w 9635613"/>
              <a:gd name="connsiteY1" fmla="*/ 0 h 783157"/>
              <a:gd name="connsiteX2" fmla="*/ 9635613 w 9635613"/>
              <a:gd name="connsiteY2" fmla="*/ 783157 h 783157"/>
              <a:gd name="connsiteX3" fmla="*/ 0 w 9635613"/>
              <a:gd name="connsiteY3" fmla="*/ 724164 h 783157"/>
              <a:gd name="connsiteX4" fmla="*/ 117987 w 9635613"/>
              <a:gd name="connsiteY4" fmla="*/ 0 h 783157"/>
              <a:gd name="connsiteX0" fmla="*/ 570271 w 10087897"/>
              <a:gd name="connsiteY0" fmla="*/ 0 h 822487"/>
              <a:gd name="connsiteX1" fmla="*/ 10087897 w 10087897"/>
              <a:gd name="connsiteY1" fmla="*/ 0 h 822487"/>
              <a:gd name="connsiteX2" fmla="*/ 10087897 w 10087897"/>
              <a:gd name="connsiteY2" fmla="*/ 783157 h 822487"/>
              <a:gd name="connsiteX3" fmla="*/ 0 w 10087897"/>
              <a:gd name="connsiteY3" fmla="*/ 822487 h 822487"/>
              <a:gd name="connsiteX4" fmla="*/ 570271 w 10087897"/>
              <a:gd name="connsiteY4" fmla="*/ 0 h 822487"/>
              <a:gd name="connsiteX0" fmla="*/ 570271 w 10087897"/>
              <a:gd name="connsiteY0" fmla="*/ 0 h 822487"/>
              <a:gd name="connsiteX1" fmla="*/ 10087897 w 10087897"/>
              <a:gd name="connsiteY1" fmla="*/ 0 h 822487"/>
              <a:gd name="connsiteX2" fmla="*/ 10087897 w 10087897"/>
              <a:gd name="connsiteY2" fmla="*/ 812654 h 822487"/>
              <a:gd name="connsiteX3" fmla="*/ 0 w 10087897"/>
              <a:gd name="connsiteY3" fmla="*/ 822487 h 822487"/>
              <a:gd name="connsiteX4" fmla="*/ 570271 w 10087897"/>
              <a:gd name="connsiteY4" fmla="*/ 0 h 822487"/>
              <a:gd name="connsiteX0" fmla="*/ 570271 w 10087897"/>
              <a:gd name="connsiteY0" fmla="*/ 0 h 822487"/>
              <a:gd name="connsiteX1" fmla="*/ 10087897 w 10087897"/>
              <a:gd name="connsiteY1" fmla="*/ 0 h 822487"/>
              <a:gd name="connsiteX2" fmla="*/ 10084087 w 10087897"/>
              <a:gd name="connsiteY2" fmla="*/ 801224 h 822487"/>
              <a:gd name="connsiteX3" fmla="*/ 0 w 10087897"/>
              <a:gd name="connsiteY3" fmla="*/ 822487 h 822487"/>
              <a:gd name="connsiteX4" fmla="*/ 570271 w 10087897"/>
              <a:gd name="connsiteY4" fmla="*/ 0 h 822487"/>
              <a:gd name="connsiteX0" fmla="*/ 570271 w 10091707"/>
              <a:gd name="connsiteY0" fmla="*/ 0 h 822487"/>
              <a:gd name="connsiteX1" fmla="*/ 10087897 w 10091707"/>
              <a:gd name="connsiteY1" fmla="*/ 0 h 822487"/>
              <a:gd name="connsiteX2" fmla="*/ 10091707 w 10091707"/>
              <a:gd name="connsiteY2" fmla="*/ 798684 h 822487"/>
              <a:gd name="connsiteX3" fmla="*/ 0 w 10091707"/>
              <a:gd name="connsiteY3" fmla="*/ 822487 h 822487"/>
              <a:gd name="connsiteX4" fmla="*/ 570271 w 10091707"/>
              <a:gd name="connsiteY4" fmla="*/ 0 h 822487"/>
              <a:gd name="connsiteX0" fmla="*/ 557571 w 10079007"/>
              <a:gd name="connsiteY0" fmla="*/ 0 h 804707"/>
              <a:gd name="connsiteX1" fmla="*/ 10075197 w 10079007"/>
              <a:gd name="connsiteY1" fmla="*/ 0 h 804707"/>
              <a:gd name="connsiteX2" fmla="*/ 10079007 w 10079007"/>
              <a:gd name="connsiteY2" fmla="*/ 798684 h 804707"/>
              <a:gd name="connsiteX3" fmla="*/ 0 w 10079007"/>
              <a:gd name="connsiteY3" fmla="*/ 804707 h 804707"/>
              <a:gd name="connsiteX4" fmla="*/ 557571 w 10079007"/>
              <a:gd name="connsiteY4" fmla="*/ 0 h 804707"/>
              <a:gd name="connsiteX0" fmla="*/ 557571 w 10387617"/>
              <a:gd name="connsiteY0" fmla="*/ 0 h 804707"/>
              <a:gd name="connsiteX1" fmla="*/ 10387617 w 10387617"/>
              <a:gd name="connsiteY1" fmla="*/ 2540 h 804707"/>
              <a:gd name="connsiteX2" fmla="*/ 10079007 w 10387617"/>
              <a:gd name="connsiteY2" fmla="*/ 798684 h 804707"/>
              <a:gd name="connsiteX3" fmla="*/ 0 w 10387617"/>
              <a:gd name="connsiteY3" fmla="*/ 804707 h 804707"/>
              <a:gd name="connsiteX4" fmla="*/ 557571 w 10387617"/>
              <a:gd name="connsiteY4" fmla="*/ 0 h 804707"/>
              <a:gd name="connsiteX0" fmla="*/ 557571 w 10387617"/>
              <a:gd name="connsiteY0" fmla="*/ 0 h 804707"/>
              <a:gd name="connsiteX1" fmla="*/ 10387617 w 10387617"/>
              <a:gd name="connsiteY1" fmla="*/ 2540 h 804707"/>
              <a:gd name="connsiteX2" fmla="*/ 10381267 w 10387617"/>
              <a:gd name="connsiteY2" fmla="*/ 801224 h 804707"/>
              <a:gd name="connsiteX3" fmla="*/ 0 w 10387617"/>
              <a:gd name="connsiteY3" fmla="*/ 804707 h 804707"/>
              <a:gd name="connsiteX4" fmla="*/ 557571 w 10387617"/>
              <a:gd name="connsiteY4" fmla="*/ 0 h 804707"/>
              <a:gd name="connsiteX0" fmla="*/ 557571 w 10385077"/>
              <a:gd name="connsiteY0" fmla="*/ 0 h 804707"/>
              <a:gd name="connsiteX1" fmla="*/ 10385077 w 10385077"/>
              <a:gd name="connsiteY1" fmla="*/ 0 h 804707"/>
              <a:gd name="connsiteX2" fmla="*/ 10381267 w 10385077"/>
              <a:gd name="connsiteY2" fmla="*/ 801224 h 804707"/>
              <a:gd name="connsiteX3" fmla="*/ 0 w 10385077"/>
              <a:gd name="connsiteY3" fmla="*/ 804707 h 804707"/>
              <a:gd name="connsiteX4" fmla="*/ 557571 w 10385077"/>
              <a:gd name="connsiteY4" fmla="*/ 0 h 804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85077" h="804707">
                <a:moveTo>
                  <a:pt x="557571" y="0"/>
                </a:moveTo>
                <a:lnTo>
                  <a:pt x="10385077" y="0"/>
                </a:lnTo>
                <a:cubicBezTo>
                  <a:pt x="10382960" y="266228"/>
                  <a:pt x="10383384" y="534996"/>
                  <a:pt x="10381267" y="801224"/>
                </a:cubicBezTo>
                <a:lnTo>
                  <a:pt x="0" y="804707"/>
                </a:lnTo>
                <a:lnTo>
                  <a:pt x="557571" y="0"/>
                </a:lnTo>
                <a:close/>
              </a:path>
            </a:pathLst>
          </a:custGeom>
          <a:gradFill flip="none" rotWithShape="1">
            <a:gsLst>
              <a:gs pos="0">
                <a:srgbClr val="03B3DD"/>
              </a:gs>
              <a:gs pos="100000">
                <a:srgbClr val="008EE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860" y="-5062"/>
            <a:ext cx="2233324" cy="808230"/>
          </a:xfrm>
          <a:custGeom>
            <a:avLst/>
            <a:gdLst>
              <a:gd name="connsiteX0" fmla="*/ 0 w 1818968"/>
              <a:gd name="connsiteY0" fmla="*/ 0 h 783157"/>
              <a:gd name="connsiteX1" fmla="*/ 1818968 w 1818968"/>
              <a:gd name="connsiteY1" fmla="*/ 0 h 783157"/>
              <a:gd name="connsiteX2" fmla="*/ 1818968 w 1818968"/>
              <a:gd name="connsiteY2" fmla="*/ 783157 h 783157"/>
              <a:gd name="connsiteX3" fmla="*/ 0 w 1818968"/>
              <a:gd name="connsiteY3" fmla="*/ 783157 h 783157"/>
              <a:gd name="connsiteX4" fmla="*/ 0 w 1818968"/>
              <a:gd name="connsiteY4" fmla="*/ 0 h 783157"/>
              <a:gd name="connsiteX0" fmla="*/ 0 w 2349910"/>
              <a:gd name="connsiteY0" fmla="*/ 983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0 w 2349910"/>
              <a:gd name="connsiteY4" fmla="*/ 9833 h 792990"/>
              <a:gd name="connsiteX0" fmla="*/ 0 w 2349910"/>
              <a:gd name="connsiteY0" fmla="*/ 983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0 w 2349910"/>
              <a:gd name="connsiteY4" fmla="*/ 9833 h 792990"/>
              <a:gd name="connsiteX0" fmla="*/ 144780 w 2349910"/>
              <a:gd name="connsiteY0" fmla="*/ 9365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144780 w 2349910"/>
              <a:gd name="connsiteY4" fmla="*/ 93653 h 792990"/>
              <a:gd name="connsiteX0" fmla="*/ 140970 w 2349910"/>
              <a:gd name="connsiteY0" fmla="*/ 221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140970 w 2349910"/>
              <a:gd name="connsiteY4" fmla="*/ 2213 h 792990"/>
              <a:gd name="connsiteX0" fmla="*/ 0 w 2208940"/>
              <a:gd name="connsiteY0" fmla="*/ 2213 h 808230"/>
              <a:gd name="connsiteX1" fmla="*/ 2208940 w 2208940"/>
              <a:gd name="connsiteY1" fmla="*/ 0 h 808230"/>
              <a:gd name="connsiteX2" fmla="*/ 1677998 w 2208940"/>
              <a:gd name="connsiteY2" fmla="*/ 792990 h 808230"/>
              <a:gd name="connsiteX3" fmla="*/ 0 w 2208940"/>
              <a:gd name="connsiteY3" fmla="*/ 808230 h 808230"/>
              <a:gd name="connsiteX4" fmla="*/ 0 w 2208940"/>
              <a:gd name="connsiteY4" fmla="*/ 2213 h 808230"/>
              <a:gd name="connsiteX0" fmla="*/ 0 w 2208940"/>
              <a:gd name="connsiteY0" fmla="*/ 2213 h 808230"/>
              <a:gd name="connsiteX1" fmla="*/ 2208940 w 2208940"/>
              <a:gd name="connsiteY1" fmla="*/ 0 h 808230"/>
              <a:gd name="connsiteX2" fmla="*/ 1677998 w 2208940"/>
              <a:gd name="connsiteY2" fmla="*/ 808230 h 808230"/>
              <a:gd name="connsiteX3" fmla="*/ 0 w 2208940"/>
              <a:gd name="connsiteY3" fmla="*/ 808230 h 808230"/>
              <a:gd name="connsiteX4" fmla="*/ 0 w 2208940"/>
              <a:gd name="connsiteY4" fmla="*/ 2213 h 808230"/>
              <a:gd name="connsiteX0" fmla="*/ 0 w 2233324"/>
              <a:gd name="connsiteY0" fmla="*/ 2213 h 808230"/>
              <a:gd name="connsiteX1" fmla="*/ 2233324 w 2233324"/>
              <a:gd name="connsiteY1" fmla="*/ 0 h 808230"/>
              <a:gd name="connsiteX2" fmla="*/ 1677998 w 2233324"/>
              <a:gd name="connsiteY2" fmla="*/ 808230 h 808230"/>
              <a:gd name="connsiteX3" fmla="*/ 0 w 2233324"/>
              <a:gd name="connsiteY3" fmla="*/ 808230 h 808230"/>
              <a:gd name="connsiteX4" fmla="*/ 0 w 2233324"/>
              <a:gd name="connsiteY4" fmla="*/ 2213 h 808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3324" h="808230">
                <a:moveTo>
                  <a:pt x="0" y="2213"/>
                </a:moveTo>
                <a:lnTo>
                  <a:pt x="2233324" y="0"/>
                </a:lnTo>
                <a:lnTo>
                  <a:pt x="1677998" y="808230"/>
                </a:lnTo>
                <a:lnTo>
                  <a:pt x="0" y="808230"/>
                </a:lnTo>
                <a:lnTo>
                  <a:pt x="0" y="2213"/>
                </a:lnTo>
                <a:close/>
              </a:path>
            </a:pathLst>
          </a:custGeom>
          <a:solidFill>
            <a:srgbClr val="D8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2"/>
          <p:cNvSpPr>
            <a:spLocks noGrp="1"/>
          </p:cNvSpPr>
          <p:nvPr>
            <p:ph type="body" idx="1"/>
          </p:nvPr>
        </p:nvSpPr>
        <p:spPr>
          <a:xfrm>
            <a:off x="614855" y="1088570"/>
            <a:ext cx="11161986" cy="5249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11" y="129015"/>
            <a:ext cx="1434898" cy="523765"/>
          </a:xfrm>
          <a:prstGeom prst="rect">
            <a:avLst/>
          </a:prstGeom>
        </p:spPr>
      </p:pic>
      <p:sp>
        <p:nvSpPr>
          <p:cNvPr id="24" name="Title Placeholder 1"/>
          <p:cNvSpPr>
            <a:spLocks noGrp="1"/>
          </p:cNvSpPr>
          <p:nvPr>
            <p:ph type="title"/>
          </p:nvPr>
        </p:nvSpPr>
        <p:spPr>
          <a:xfrm>
            <a:off x="2554014" y="2870"/>
            <a:ext cx="9637985" cy="796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232" y="6482377"/>
            <a:ext cx="43303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0916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02590D-67BD-4DF2-8CAA-B9002293EB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715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bg1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C0099"/>
        </a:buClr>
        <a:buFont typeface="Wingdings" pitchFamily="2" charset="2"/>
        <a:buChar char="§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00CC"/>
        </a:buClr>
        <a:buFont typeface="Arial" pitchFamily="34" charset="0"/>
        <a:buChar char="•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itchFamily="49" charset="0"/>
        <a:buChar char="o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04" userDrawn="1">
          <p15:clr>
            <a:srgbClr val="F26B43"/>
          </p15:clr>
        </p15:guide>
        <p15:guide id="2" pos="64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98B47F1-B2BA-40A4-9FDB-CF661B783E7A}" type="slidenum">
              <a:rPr lang="en-US" smtClean="0"/>
              <a:t>1</a:t>
            </a:fld>
            <a:endParaRPr lang="en-US"/>
          </a:p>
        </p:txBody>
      </p:sp>
      <p:sp>
        <p:nvSpPr>
          <p:cNvPr id="5" name="Google Shape;136;p29"/>
          <p:cNvSpPr txBox="1">
            <a:spLocks/>
          </p:cNvSpPr>
          <p:nvPr/>
        </p:nvSpPr>
        <p:spPr>
          <a:xfrm>
            <a:off x="2773237" y="107241"/>
            <a:ext cx="4846763" cy="59084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LẬP TRÌNH TYPESCRIPT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137;p29"/>
          <p:cNvSpPr txBox="1">
            <a:spLocks/>
          </p:cNvSpPr>
          <p:nvPr/>
        </p:nvSpPr>
        <p:spPr>
          <a:xfrm>
            <a:off x="0" y="1752740"/>
            <a:ext cx="7445829" cy="283576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QUẢN LÝ SẢN PHẨM</a:t>
            </a:r>
            <a:endParaRPr lang="en-US" sz="23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70" name="Google Shape;137;p29">
            <a:extLst>
              <a:ext uri="{FF2B5EF4-FFF2-40B4-BE49-F238E27FC236}">
                <a16:creationId xmlns:a16="http://schemas.microsoft.com/office/drawing/2014/main" id="{C5A8A76D-5E3A-4511-9569-D2E55F718EF4}"/>
              </a:ext>
            </a:extLst>
          </p:cNvPr>
          <p:cNvSpPr txBox="1">
            <a:spLocks/>
          </p:cNvSpPr>
          <p:nvPr/>
        </p:nvSpPr>
        <p:spPr>
          <a:xfrm>
            <a:off x="744069" y="4496464"/>
            <a:ext cx="3295303" cy="80099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endParaRPr lang="en-US" sz="26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34" name="Picture 10" descr="What is TypeScript">
            <a:extLst>
              <a:ext uri="{FF2B5EF4-FFF2-40B4-BE49-F238E27FC236}">
                <a16:creationId xmlns:a16="http://schemas.microsoft.com/office/drawing/2014/main" id="{826BF309-7710-D27E-2D38-D80F02283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302569"/>
            <a:ext cx="4508545" cy="283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1418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E0886A-E984-F093-7A5F-242DA798AD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D555F-959A-04CD-A6C8-39A2563C17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6D6FEC4-1AFA-84F7-1951-75990E374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9F7DA2-99AA-48F0-5E55-FA5C797C6D1E}"/>
              </a:ext>
            </a:extLst>
          </p:cNvPr>
          <p:cNvSpPr txBox="1"/>
          <p:nvPr/>
        </p:nvSpPr>
        <p:spPr>
          <a:xfrm>
            <a:off x="-9300" y="879216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: Form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857C964-2955-8A95-9380-630079FC7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68" y="1540365"/>
            <a:ext cx="11165536" cy="4863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000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3022D-B630-FC2C-E479-7B148A6A2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7F0223-2EED-EBF1-FFB8-AEB18FAA16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B1254-36B2-CF4E-B1EF-467D87DF4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0207D2E-FEC6-629B-E626-870EC555F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040C38-75F6-522B-D882-911E9B5CA278}"/>
              </a:ext>
            </a:extLst>
          </p:cNvPr>
          <p:cNvSpPr txBox="1"/>
          <p:nvPr/>
        </p:nvSpPr>
        <p:spPr>
          <a:xfrm>
            <a:off x="-9300" y="879216"/>
            <a:ext cx="1231637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dung: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 +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save</a:t>
            </a:r>
          </a:p>
        </p:txBody>
      </p:sp>
    </p:spTree>
    <p:extLst>
      <p:ext uri="{BB962C8B-B14F-4D97-AF65-F5344CB8AC3E}">
        <p14:creationId xmlns:p14="http://schemas.microsoft.com/office/powerpoint/2010/main" val="1606013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8800">
                <a:solidFill>
                  <a:srgbClr val="0000CC"/>
                </a:solidFill>
              </a:rPr>
              <a:t>THANK YOU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33AD92-5E87-E375-BEDD-20E8E001EE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20BA4-9A69-0F54-B570-F9F236F71D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096323"/>
      </p:ext>
    </p:extLst>
  </p:cSld>
  <p:clrMapOvr>
    <a:masterClrMapping/>
  </p:clrMapOvr>
</p:sld>
</file>

<file path=ppt/theme/theme1.xml><?xml version="1.0" encoding="utf-8"?>
<a:theme xmlns:a="http://schemas.openxmlformats.org/drawingml/2006/main" name="Blue - v3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ain font">
      <a:majorFont>
        <a:latin typeface="Nunito Bold"/>
        <a:ea typeface=""/>
        <a:cs typeface=""/>
      </a:majorFont>
      <a:minorFont>
        <a:latin typeface="Nuni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4703</TotalTime>
  <Words>80</Words>
  <Application>Microsoft Office PowerPoint</Application>
  <PresentationFormat>Widescreen</PresentationFormat>
  <Paragraphs>19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Courier New</vt:lpstr>
      <vt:lpstr>Nunito</vt:lpstr>
      <vt:lpstr>Times New Roman</vt:lpstr>
      <vt:lpstr>Wingdings</vt:lpstr>
      <vt:lpstr>Blue - v3</vt:lpstr>
      <vt:lpstr>PowerPoint Presentation</vt:lpstr>
      <vt:lpstr>PROJECT</vt:lpstr>
      <vt:lpstr>PROJECT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This PC</dc:creator>
  <cp:lastModifiedBy>Thắng Vĩnh</cp:lastModifiedBy>
  <cp:revision>315</cp:revision>
  <dcterms:created xsi:type="dcterms:W3CDTF">2021-12-20T01:48:15Z</dcterms:created>
  <dcterms:modified xsi:type="dcterms:W3CDTF">2025-12-22T09:24:20Z</dcterms:modified>
</cp:coreProperties>
</file>