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16"/>
  </p:notesMasterIdLst>
  <p:handoutMasterIdLst>
    <p:handoutMasterId r:id="rId17"/>
  </p:handoutMasterIdLst>
  <p:sldIdLst>
    <p:sldId id="259" r:id="rId2"/>
    <p:sldId id="489" r:id="rId3"/>
    <p:sldId id="511" r:id="rId4"/>
    <p:sldId id="510" r:id="rId5"/>
    <p:sldId id="499" r:id="rId6"/>
    <p:sldId id="500" r:id="rId7"/>
    <p:sldId id="506" r:id="rId8"/>
    <p:sldId id="501" r:id="rId9"/>
    <p:sldId id="507" r:id="rId10"/>
    <p:sldId id="502" r:id="rId11"/>
    <p:sldId id="508" r:id="rId12"/>
    <p:sldId id="512" r:id="rId13"/>
    <p:sldId id="509" r:id="rId14"/>
    <p:sldId id="4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0C650AF-D70C-4C72-807E-CA8005841A33}">
          <p14:sldIdLst>
            <p14:sldId id="259"/>
            <p14:sldId id="489"/>
            <p14:sldId id="511"/>
            <p14:sldId id="510"/>
            <p14:sldId id="499"/>
            <p14:sldId id="500"/>
            <p14:sldId id="506"/>
            <p14:sldId id="501"/>
            <p14:sldId id="507"/>
            <p14:sldId id="502"/>
            <p14:sldId id="508"/>
            <p14:sldId id="512"/>
            <p14:sldId id="509"/>
          </p14:sldIdLst>
        </p14:section>
        <p14:section name="Untitled Section" id="{1DDEAF30-612A-41FD-93D2-C37001BCD75A}">
          <p14:sldIdLst>
            <p14:sldId id="470"/>
          </p14:sldIdLst>
        </p14:section>
      </p14:sectionLst>
    </p:ex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0000CC"/>
    <a:srgbClr val="D8F0FF"/>
    <a:srgbClr val="9BD9FF"/>
    <a:srgbClr val="008EE5"/>
    <a:srgbClr val="03B3DD"/>
    <a:srgbClr val="0090E5"/>
    <a:srgbClr val="03B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0" d="100"/>
          <a:sy n="100" d="100"/>
        </p:scale>
        <p:origin x="936" y="78"/>
      </p:cViewPr>
      <p:guideLst>
        <p:guide orient="horz" pos="2160"/>
        <p:guide pos="38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115"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215930-8719-4C15-9737-2648B85A77AE}" type="datetimeFigureOut">
              <a:rPr lang="en-US" smtClean="0"/>
              <a:t>12/24/2025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9F2053-7AB1-48B2-9643-49BF192C4775}" type="slidenum">
              <a:rPr lang="en-US" smtClean="0"/>
              <a:t>‹#›</a:t>
            </a:fld>
            <a:endParaRPr lang="en-US"/>
          </a:p>
        </p:txBody>
      </p:sp>
    </p:spTree>
    <p:extLst>
      <p:ext uri="{BB962C8B-B14F-4D97-AF65-F5344CB8AC3E}">
        <p14:creationId xmlns:p14="http://schemas.microsoft.com/office/powerpoint/2010/main" val="929051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4456ED-8D73-4DA4-A78C-89D419F66C39}" type="datetimeFigureOut">
              <a:rPr lang="en-US" smtClean="0"/>
              <a:t>12/24/2025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6AED4D-2311-4E17-8D7B-C33F7112F39F}" type="slidenum">
              <a:rPr lang="en-US" smtClean="0"/>
              <a:t>‹#›</a:t>
            </a:fld>
            <a:endParaRPr lang="en-US"/>
          </a:p>
        </p:txBody>
      </p:sp>
    </p:spTree>
    <p:extLst>
      <p:ext uri="{BB962C8B-B14F-4D97-AF65-F5344CB8AC3E}">
        <p14:creationId xmlns:p14="http://schemas.microsoft.com/office/powerpoint/2010/main" val="2306310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06AED4D-2311-4E17-8D7B-C33F7112F39F}" type="slidenum">
              <a:rPr lang="en-US" smtClean="0"/>
              <a:t>1</a:t>
            </a:fld>
            <a:endParaRPr lang="en-US"/>
          </a:p>
        </p:txBody>
      </p:sp>
    </p:spTree>
    <p:extLst>
      <p:ext uri="{BB962C8B-B14F-4D97-AF65-F5344CB8AC3E}">
        <p14:creationId xmlns:p14="http://schemas.microsoft.com/office/powerpoint/2010/main" val="183275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67558" y="1024758"/>
            <a:ext cx="11225047" cy="5234152"/>
          </a:xfrm>
          <a:prstGeom prst="rect">
            <a:avLst/>
          </a:prstGeom>
        </p:spPr>
        <p:txBody>
          <a:bodyPr>
            <a:normAutofit/>
          </a:bodyPr>
          <a:lstStyle>
            <a:lvl1pPr marL="228600" indent="-228600">
              <a:buClr>
                <a:srgbClr val="0000CC"/>
              </a:buClr>
              <a:buFont typeface="Wingdings" pitchFamily="2" charset="2"/>
              <a:buChar char="§"/>
              <a:defRPr sz="2800" b="0">
                <a:latin typeface="Times New Roman" pitchFamily="18" charset="0"/>
                <a:cs typeface="Times New Roman" pitchFamily="18" charset="0"/>
              </a:defRPr>
            </a:lvl1pPr>
            <a:lvl2pPr marL="685800" indent="-228600">
              <a:buClr>
                <a:srgbClr val="FF00FF"/>
              </a:buClr>
              <a:buFont typeface="Arial" pitchFamily="34" charset="0"/>
              <a:buChar char="•"/>
              <a:defRPr sz="2400" b="0">
                <a:latin typeface="Times New Roman" pitchFamily="18" charset="0"/>
                <a:cs typeface="Times New Roman" pitchFamily="18" charset="0"/>
              </a:defRPr>
            </a:lvl2pPr>
            <a:lvl3pPr marL="1143000" indent="-228600">
              <a:buClr>
                <a:srgbClr val="009900"/>
              </a:buClr>
              <a:buFont typeface="Courier New" pitchFamily="49" charset="0"/>
              <a:buChar char="o"/>
              <a:defRPr sz="2200" b="0">
                <a:latin typeface="Times New Roman" pitchFamily="18" charset="0"/>
                <a:cs typeface="Times New Roman" pitchFamily="18" charset="0"/>
              </a:defRPr>
            </a:lvl3pPr>
            <a:lvl4pPr>
              <a:defRPr sz="2200" b="0">
                <a:latin typeface="Times New Roman" pitchFamily="18" charset="0"/>
                <a:cs typeface="Times New Roman" pitchFamily="18" charset="0"/>
              </a:defRPr>
            </a:lvl4pPr>
            <a:lvl5pPr>
              <a:defRPr sz="2200" b="0">
                <a:latin typeface="Times New Roman" pitchFamily="18" charset="0"/>
                <a:cs typeface="Times New Roman" pitchFamily="18" charset="0"/>
              </a:defRPr>
            </a:lvl5pPr>
          </a:lstStyle>
          <a:p>
            <a:pPr lvl="0"/>
            <a:r>
              <a:rPr lang="en-US" dirty="0"/>
              <a:t>Edit Master text styles</a:t>
            </a:r>
          </a:p>
          <a:p>
            <a:pPr lvl="1"/>
            <a:r>
              <a:rPr lang="en-US"/>
              <a:t>Second </a:t>
            </a:r>
            <a:r>
              <a:rPr lang="en-US" dirty="0"/>
              <a:t>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3"/>
          </p:nvPr>
        </p:nvSpPr>
        <p:spPr>
          <a:xfrm>
            <a:off x="278231" y="6482377"/>
            <a:ext cx="5522493" cy="365125"/>
          </a:xfrm>
          <a:prstGeom prst="rect">
            <a:avLst/>
          </a:prstGeom>
        </p:spPr>
        <p:txBody>
          <a:bodyPr vert="horz" lIns="91440" tIns="45720" rIns="91440" bIns="45720" rtlCol="0" anchor="ctr"/>
          <a:lstStyle>
            <a:lvl1pPr algn="l">
              <a:defRPr sz="1400" b="1">
                <a:solidFill>
                  <a:schemeClr val="bg1"/>
                </a:solidFill>
                <a:latin typeface="Times New Roman" panose="02020603050405020304" pitchFamily="18" charset="0"/>
                <a:cs typeface="Times New Roman" panose="02020603050405020304" pitchFamily="18" charset="0"/>
              </a:defRPr>
            </a:lvl1pPr>
          </a:lstStyle>
          <a:p>
            <a:r>
              <a:rPr lang="en-US"/>
              <a:t>KHOA CÔNG NGHỆ THÔNG TIN – LẬP TRÌNH TYPESCRIPT</a:t>
            </a:r>
            <a:endParaRPr lang="en-US" dirty="0"/>
          </a:p>
        </p:txBody>
      </p:sp>
      <p:sp>
        <p:nvSpPr>
          <p:cNvPr id="12" name="Slide Number Placeholder 5"/>
          <p:cNvSpPr>
            <a:spLocks noGrp="1"/>
          </p:cNvSpPr>
          <p:nvPr>
            <p:ph type="sldNum" sz="quarter" idx="4"/>
          </p:nvPr>
        </p:nvSpPr>
        <p:spPr>
          <a:xfrm>
            <a:off x="9109164" y="6403648"/>
            <a:ext cx="2743200" cy="365125"/>
          </a:xfrm>
          <a:prstGeom prst="rect">
            <a:avLst/>
          </a:prstGeom>
        </p:spPr>
        <p:txBody>
          <a:bodyPr vert="horz" lIns="91440" tIns="45720" rIns="91440" bIns="45720" rtlCol="0" anchor="ctr"/>
          <a:lstStyle>
            <a:lvl1pPr algn="r">
              <a:defRPr sz="1200">
                <a:solidFill>
                  <a:schemeClr val="tx1"/>
                </a:solidFill>
              </a:defRPr>
            </a:lvl1pPr>
          </a:lstStyle>
          <a:p>
            <a:fld id="{3A02590D-67BD-4DF2-8CAA-B9002293EB8E}" type="slidenum">
              <a:rPr lang="en-US" smtClean="0"/>
              <a:pPr/>
              <a:t>‹#›</a:t>
            </a:fld>
            <a:endParaRPr lang="en-US" dirty="0"/>
          </a:p>
        </p:txBody>
      </p:sp>
      <p:sp>
        <p:nvSpPr>
          <p:cNvPr id="14" name="Title 13"/>
          <p:cNvSpPr>
            <a:spLocks noGrp="1"/>
          </p:cNvSpPr>
          <p:nvPr>
            <p:ph type="title" hasCustomPrompt="1"/>
          </p:nvPr>
        </p:nvSpPr>
        <p:spPr>
          <a:xfrm>
            <a:off x="2396360" y="2870"/>
            <a:ext cx="9795640" cy="796628"/>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Tree>
    <p:extLst>
      <p:ext uri="{BB962C8B-B14F-4D97-AF65-F5344CB8AC3E}">
        <p14:creationId xmlns:p14="http://schemas.microsoft.com/office/powerpoint/2010/main" val="22090326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185459"/>
            <a:ext cx="12192000" cy="1680504"/>
          </a:xfrm>
          <a:prstGeom prst="rect">
            <a:avLst/>
          </a:prstGeom>
        </p:spPr>
      </p:pic>
      <p:pic>
        <p:nvPicPr>
          <p:cNvPr id="19" name="Picture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6329" y="3784922"/>
            <a:ext cx="6165669" cy="3081040"/>
          </a:xfrm>
          <a:prstGeom prst="rect">
            <a:avLst/>
          </a:prstGeom>
        </p:spPr>
      </p:pic>
      <p:pic>
        <p:nvPicPr>
          <p:cNvPr id="23" name="Picture 2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26330" y="3784922"/>
            <a:ext cx="6165669" cy="3081040"/>
          </a:xfrm>
          <a:prstGeom prst="rect">
            <a:avLst/>
          </a:prstGeom>
        </p:spPr>
      </p:pic>
      <p:pic>
        <p:nvPicPr>
          <p:cNvPr id="29" name="Picture 28"/>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6482377"/>
            <a:ext cx="6026329" cy="383585"/>
          </a:xfrm>
          <a:prstGeom prst="rect">
            <a:avLst/>
          </a:prstGeom>
        </p:spPr>
      </p:pic>
      <p:sp>
        <p:nvSpPr>
          <p:cNvPr id="3" name="Rectangle 2"/>
          <p:cNvSpPr/>
          <p:nvPr userDrawn="1"/>
        </p:nvSpPr>
        <p:spPr>
          <a:xfrm>
            <a:off x="1812003" y="0"/>
            <a:ext cx="10385077" cy="804707"/>
          </a:xfrm>
          <a:custGeom>
            <a:avLst/>
            <a:gdLst>
              <a:gd name="connsiteX0" fmla="*/ 0 w 9517626"/>
              <a:gd name="connsiteY0" fmla="*/ 0 h 783157"/>
              <a:gd name="connsiteX1" fmla="*/ 9517626 w 9517626"/>
              <a:gd name="connsiteY1" fmla="*/ 0 h 783157"/>
              <a:gd name="connsiteX2" fmla="*/ 9517626 w 9517626"/>
              <a:gd name="connsiteY2" fmla="*/ 783157 h 783157"/>
              <a:gd name="connsiteX3" fmla="*/ 0 w 9517626"/>
              <a:gd name="connsiteY3" fmla="*/ 783157 h 783157"/>
              <a:gd name="connsiteX4" fmla="*/ 0 w 9517626"/>
              <a:gd name="connsiteY4" fmla="*/ 0 h 783157"/>
              <a:gd name="connsiteX0" fmla="*/ 117987 w 9635613"/>
              <a:gd name="connsiteY0" fmla="*/ 0 h 783157"/>
              <a:gd name="connsiteX1" fmla="*/ 9635613 w 9635613"/>
              <a:gd name="connsiteY1" fmla="*/ 0 h 783157"/>
              <a:gd name="connsiteX2" fmla="*/ 9635613 w 9635613"/>
              <a:gd name="connsiteY2" fmla="*/ 783157 h 783157"/>
              <a:gd name="connsiteX3" fmla="*/ 0 w 9635613"/>
              <a:gd name="connsiteY3" fmla="*/ 724164 h 783157"/>
              <a:gd name="connsiteX4" fmla="*/ 117987 w 9635613"/>
              <a:gd name="connsiteY4" fmla="*/ 0 h 783157"/>
              <a:gd name="connsiteX0" fmla="*/ 570271 w 10087897"/>
              <a:gd name="connsiteY0" fmla="*/ 0 h 822487"/>
              <a:gd name="connsiteX1" fmla="*/ 10087897 w 10087897"/>
              <a:gd name="connsiteY1" fmla="*/ 0 h 822487"/>
              <a:gd name="connsiteX2" fmla="*/ 10087897 w 10087897"/>
              <a:gd name="connsiteY2" fmla="*/ 783157 h 822487"/>
              <a:gd name="connsiteX3" fmla="*/ 0 w 10087897"/>
              <a:gd name="connsiteY3" fmla="*/ 822487 h 822487"/>
              <a:gd name="connsiteX4" fmla="*/ 570271 w 10087897"/>
              <a:gd name="connsiteY4" fmla="*/ 0 h 822487"/>
              <a:gd name="connsiteX0" fmla="*/ 570271 w 10087897"/>
              <a:gd name="connsiteY0" fmla="*/ 0 h 822487"/>
              <a:gd name="connsiteX1" fmla="*/ 10087897 w 10087897"/>
              <a:gd name="connsiteY1" fmla="*/ 0 h 822487"/>
              <a:gd name="connsiteX2" fmla="*/ 10087897 w 10087897"/>
              <a:gd name="connsiteY2" fmla="*/ 812654 h 822487"/>
              <a:gd name="connsiteX3" fmla="*/ 0 w 10087897"/>
              <a:gd name="connsiteY3" fmla="*/ 822487 h 822487"/>
              <a:gd name="connsiteX4" fmla="*/ 570271 w 10087897"/>
              <a:gd name="connsiteY4" fmla="*/ 0 h 822487"/>
              <a:gd name="connsiteX0" fmla="*/ 570271 w 10087897"/>
              <a:gd name="connsiteY0" fmla="*/ 0 h 822487"/>
              <a:gd name="connsiteX1" fmla="*/ 10087897 w 10087897"/>
              <a:gd name="connsiteY1" fmla="*/ 0 h 822487"/>
              <a:gd name="connsiteX2" fmla="*/ 10084087 w 10087897"/>
              <a:gd name="connsiteY2" fmla="*/ 801224 h 822487"/>
              <a:gd name="connsiteX3" fmla="*/ 0 w 10087897"/>
              <a:gd name="connsiteY3" fmla="*/ 822487 h 822487"/>
              <a:gd name="connsiteX4" fmla="*/ 570271 w 10087897"/>
              <a:gd name="connsiteY4" fmla="*/ 0 h 822487"/>
              <a:gd name="connsiteX0" fmla="*/ 570271 w 10091707"/>
              <a:gd name="connsiteY0" fmla="*/ 0 h 822487"/>
              <a:gd name="connsiteX1" fmla="*/ 10087897 w 10091707"/>
              <a:gd name="connsiteY1" fmla="*/ 0 h 822487"/>
              <a:gd name="connsiteX2" fmla="*/ 10091707 w 10091707"/>
              <a:gd name="connsiteY2" fmla="*/ 798684 h 822487"/>
              <a:gd name="connsiteX3" fmla="*/ 0 w 10091707"/>
              <a:gd name="connsiteY3" fmla="*/ 822487 h 822487"/>
              <a:gd name="connsiteX4" fmla="*/ 570271 w 10091707"/>
              <a:gd name="connsiteY4" fmla="*/ 0 h 822487"/>
              <a:gd name="connsiteX0" fmla="*/ 557571 w 10079007"/>
              <a:gd name="connsiteY0" fmla="*/ 0 h 804707"/>
              <a:gd name="connsiteX1" fmla="*/ 10075197 w 10079007"/>
              <a:gd name="connsiteY1" fmla="*/ 0 h 804707"/>
              <a:gd name="connsiteX2" fmla="*/ 10079007 w 10079007"/>
              <a:gd name="connsiteY2" fmla="*/ 798684 h 804707"/>
              <a:gd name="connsiteX3" fmla="*/ 0 w 10079007"/>
              <a:gd name="connsiteY3" fmla="*/ 804707 h 804707"/>
              <a:gd name="connsiteX4" fmla="*/ 557571 w 10079007"/>
              <a:gd name="connsiteY4" fmla="*/ 0 h 804707"/>
              <a:gd name="connsiteX0" fmla="*/ 557571 w 10387617"/>
              <a:gd name="connsiteY0" fmla="*/ 0 h 804707"/>
              <a:gd name="connsiteX1" fmla="*/ 10387617 w 10387617"/>
              <a:gd name="connsiteY1" fmla="*/ 2540 h 804707"/>
              <a:gd name="connsiteX2" fmla="*/ 10079007 w 10387617"/>
              <a:gd name="connsiteY2" fmla="*/ 798684 h 804707"/>
              <a:gd name="connsiteX3" fmla="*/ 0 w 10387617"/>
              <a:gd name="connsiteY3" fmla="*/ 804707 h 804707"/>
              <a:gd name="connsiteX4" fmla="*/ 557571 w 10387617"/>
              <a:gd name="connsiteY4" fmla="*/ 0 h 804707"/>
              <a:gd name="connsiteX0" fmla="*/ 557571 w 10387617"/>
              <a:gd name="connsiteY0" fmla="*/ 0 h 804707"/>
              <a:gd name="connsiteX1" fmla="*/ 10387617 w 10387617"/>
              <a:gd name="connsiteY1" fmla="*/ 2540 h 804707"/>
              <a:gd name="connsiteX2" fmla="*/ 10381267 w 10387617"/>
              <a:gd name="connsiteY2" fmla="*/ 801224 h 804707"/>
              <a:gd name="connsiteX3" fmla="*/ 0 w 10387617"/>
              <a:gd name="connsiteY3" fmla="*/ 804707 h 804707"/>
              <a:gd name="connsiteX4" fmla="*/ 557571 w 10387617"/>
              <a:gd name="connsiteY4" fmla="*/ 0 h 804707"/>
              <a:gd name="connsiteX0" fmla="*/ 557571 w 10385077"/>
              <a:gd name="connsiteY0" fmla="*/ 0 h 804707"/>
              <a:gd name="connsiteX1" fmla="*/ 10385077 w 10385077"/>
              <a:gd name="connsiteY1" fmla="*/ 0 h 804707"/>
              <a:gd name="connsiteX2" fmla="*/ 10381267 w 10385077"/>
              <a:gd name="connsiteY2" fmla="*/ 801224 h 804707"/>
              <a:gd name="connsiteX3" fmla="*/ 0 w 10385077"/>
              <a:gd name="connsiteY3" fmla="*/ 804707 h 804707"/>
              <a:gd name="connsiteX4" fmla="*/ 557571 w 10385077"/>
              <a:gd name="connsiteY4" fmla="*/ 0 h 804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5077" h="804707">
                <a:moveTo>
                  <a:pt x="557571" y="0"/>
                </a:moveTo>
                <a:lnTo>
                  <a:pt x="10385077" y="0"/>
                </a:lnTo>
                <a:cubicBezTo>
                  <a:pt x="10382960" y="266228"/>
                  <a:pt x="10383384" y="534996"/>
                  <a:pt x="10381267" y="801224"/>
                </a:cubicBezTo>
                <a:lnTo>
                  <a:pt x="0" y="804707"/>
                </a:lnTo>
                <a:lnTo>
                  <a:pt x="557571" y="0"/>
                </a:lnTo>
                <a:close/>
              </a:path>
            </a:pathLst>
          </a:custGeom>
          <a:gradFill flip="none" rotWithShape="1">
            <a:gsLst>
              <a:gs pos="0">
                <a:srgbClr val="03B3DD"/>
              </a:gs>
              <a:gs pos="100000">
                <a:srgbClr val="008EE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860" y="-5062"/>
            <a:ext cx="2233324" cy="808230"/>
          </a:xfrm>
          <a:custGeom>
            <a:avLst/>
            <a:gdLst>
              <a:gd name="connsiteX0" fmla="*/ 0 w 1818968"/>
              <a:gd name="connsiteY0" fmla="*/ 0 h 783157"/>
              <a:gd name="connsiteX1" fmla="*/ 1818968 w 1818968"/>
              <a:gd name="connsiteY1" fmla="*/ 0 h 783157"/>
              <a:gd name="connsiteX2" fmla="*/ 1818968 w 1818968"/>
              <a:gd name="connsiteY2" fmla="*/ 783157 h 783157"/>
              <a:gd name="connsiteX3" fmla="*/ 0 w 1818968"/>
              <a:gd name="connsiteY3" fmla="*/ 783157 h 783157"/>
              <a:gd name="connsiteX4" fmla="*/ 0 w 1818968"/>
              <a:gd name="connsiteY4" fmla="*/ 0 h 783157"/>
              <a:gd name="connsiteX0" fmla="*/ 0 w 2349910"/>
              <a:gd name="connsiteY0" fmla="*/ 9833 h 792990"/>
              <a:gd name="connsiteX1" fmla="*/ 2349910 w 2349910"/>
              <a:gd name="connsiteY1" fmla="*/ 0 h 792990"/>
              <a:gd name="connsiteX2" fmla="*/ 1818968 w 2349910"/>
              <a:gd name="connsiteY2" fmla="*/ 792990 h 792990"/>
              <a:gd name="connsiteX3" fmla="*/ 0 w 2349910"/>
              <a:gd name="connsiteY3" fmla="*/ 792990 h 792990"/>
              <a:gd name="connsiteX4" fmla="*/ 0 w 2349910"/>
              <a:gd name="connsiteY4" fmla="*/ 9833 h 792990"/>
              <a:gd name="connsiteX0" fmla="*/ 0 w 2349910"/>
              <a:gd name="connsiteY0" fmla="*/ 9833 h 792990"/>
              <a:gd name="connsiteX1" fmla="*/ 2349910 w 2349910"/>
              <a:gd name="connsiteY1" fmla="*/ 0 h 792990"/>
              <a:gd name="connsiteX2" fmla="*/ 1818968 w 2349910"/>
              <a:gd name="connsiteY2" fmla="*/ 792990 h 792990"/>
              <a:gd name="connsiteX3" fmla="*/ 0 w 2349910"/>
              <a:gd name="connsiteY3" fmla="*/ 792990 h 792990"/>
              <a:gd name="connsiteX4" fmla="*/ 0 w 2349910"/>
              <a:gd name="connsiteY4" fmla="*/ 9833 h 792990"/>
              <a:gd name="connsiteX0" fmla="*/ 144780 w 2349910"/>
              <a:gd name="connsiteY0" fmla="*/ 93653 h 792990"/>
              <a:gd name="connsiteX1" fmla="*/ 2349910 w 2349910"/>
              <a:gd name="connsiteY1" fmla="*/ 0 h 792990"/>
              <a:gd name="connsiteX2" fmla="*/ 1818968 w 2349910"/>
              <a:gd name="connsiteY2" fmla="*/ 792990 h 792990"/>
              <a:gd name="connsiteX3" fmla="*/ 0 w 2349910"/>
              <a:gd name="connsiteY3" fmla="*/ 792990 h 792990"/>
              <a:gd name="connsiteX4" fmla="*/ 144780 w 2349910"/>
              <a:gd name="connsiteY4" fmla="*/ 93653 h 792990"/>
              <a:gd name="connsiteX0" fmla="*/ 140970 w 2349910"/>
              <a:gd name="connsiteY0" fmla="*/ 2213 h 792990"/>
              <a:gd name="connsiteX1" fmla="*/ 2349910 w 2349910"/>
              <a:gd name="connsiteY1" fmla="*/ 0 h 792990"/>
              <a:gd name="connsiteX2" fmla="*/ 1818968 w 2349910"/>
              <a:gd name="connsiteY2" fmla="*/ 792990 h 792990"/>
              <a:gd name="connsiteX3" fmla="*/ 0 w 2349910"/>
              <a:gd name="connsiteY3" fmla="*/ 792990 h 792990"/>
              <a:gd name="connsiteX4" fmla="*/ 140970 w 2349910"/>
              <a:gd name="connsiteY4" fmla="*/ 2213 h 792990"/>
              <a:gd name="connsiteX0" fmla="*/ 0 w 2208940"/>
              <a:gd name="connsiteY0" fmla="*/ 2213 h 808230"/>
              <a:gd name="connsiteX1" fmla="*/ 2208940 w 2208940"/>
              <a:gd name="connsiteY1" fmla="*/ 0 h 808230"/>
              <a:gd name="connsiteX2" fmla="*/ 1677998 w 2208940"/>
              <a:gd name="connsiteY2" fmla="*/ 792990 h 808230"/>
              <a:gd name="connsiteX3" fmla="*/ 0 w 2208940"/>
              <a:gd name="connsiteY3" fmla="*/ 808230 h 808230"/>
              <a:gd name="connsiteX4" fmla="*/ 0 w 2208940"/>
              <a:gd name="connsiteY4" fmla="*/ 2213 h 808230"/>
              <a:gd name="connsiteX0" fmla="*/ 0 w 2208940"/>
              <a:gd name="connsiteY0" fmla="*/ 2213 h 808230"/>
              <a:gd name="connsiteX1" fmla="*/ 2208940 w 2208940"/>
              <a:gd name="connsiteY1" fmla="*/ 0 h 808230"/>
              <a:gd name="connsiteX2" fmla="*/ 1677998 w 2208940"/>
              <a:gd name="connsiteY2" fmla="*/ 808230 h 808230"/>
              <a:gd name="connsiteX3" fmla="*/ 0 w 2208940"/>
              <a:gd name="connsiteY3" fmla="*/ 808230 h 808230"/>
              <a:gd name="connsiteX4" fmla="*/ 0 w 2208940"/>
              <a:gd name="connsiteY4" fmla="*/ 2213 h 808230"/>
              <a:gd name="connsiteX0" fmla="*/ 0 w 2233324"/>
              <a:gd name="connsiteY0" fmla="*/ 2213 h 808230"/>
              <a:gd name="connsiteX1" fmla="*/ 2233324 w 2233324"/>
              <a:gd name="connsiteY1" fmla="*/ 0 h 808230"/>
              <a:gd name="connsiteX2" fmla="*/ 1677998 w 2233324"/>
              <a:gd name="connsiteY2" fmla="*/ 808230 h 808230"/>
              <a:gd name="connsiteX3" fmla="*/ 0 w 2233324"/>
              <a:gd name="connsiteY3" fmla="*/ 808230 h 808230"/>
              <a:gd name="connsiteX4" fmla="*/ 0 w 2233324"/>
              <a:gd name="connsiteY4" fmla="*/ 2213 h 808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3324" h="808230">
                <a:moveTo>
                  <a:pt x="0" y="2213"/>
                </a:moveTo>
                <a:lnTo>
                  <a:pt x="2233324" y="0"/>
                </a:lnTo>
                <a:lnTo>
                  <a:pt x="1677998" y="808230"/>
                </a:lnTo>
                <a:lnTo>
                  <a:pt x="0" y="808230"/>
                </a:lnTo>
                <a:lnTo>
                  <a:pt x="0" y="2213"/>
                </a:lnTo>
                <a:close/>
              </a:path>
            </a:pathLst>
          </a:custGeom>
          <a:solidFill>
            <a:srgbClr val="D8F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2"/>
          <p:cNvSpPr>
            <a:spLocks noGrp="1"/>
          </p:cNvSpPr>
          <p:nvPr>
            <p:ph type="body" idx="1"/>
          </p:nvPr>
        </p:nvSpPr>
        <p:spPr>
          <a:xfrm>
            <a:off x="614855" y="1088570"/>
            <a:ext cx="11161986" cy="524916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2" name="Picture 3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3611" y="129015"/>
            <a:ext cx="1434898" cy="523765"/>
          </a:xfrm>
          <a:prstGeom prst="rect">
            <a:avLst/>
          </a:prstGeom>
        </p:spPr>
      </p:pic>
      <p:sp>
        <p:nvSpPr>
          <p:cNvPr id="24" name="Title Placeholder 1"/>
          <p:cNvSpPr>
            <a:spLocks noGrp="1"/>
          </p:cNvSpPr>
          <p:nvPr>
            <p:ph type="title"/>
          </p:nvPr>
        </p:nvSpPr>
        <p:spPr>
          <a:xfrm>
            <a:off x="2554014" y="2870"/>
            <a:ext cx="9637985" cy="796628"/>
          </a:xfrm>
          <a:prstGeom prst="rect">
            <a:avLst/>
          </a:prstGeom>
        </p:spPr>
        <p:txBody>
          <a:bodyPr vert="horz" lIns="91440" tIns="45720" rIns="91440" bIns="45720" rtlCol="0" anchor="ctr">
            <a:normAutofit/>
          </a:bodyPr>
          <a:lstStyle/>
          <a:p>
            <a:r>
              <a:rPr lang="en-US" dirty="0"/>
              <a:t>Click to edit Master title style</a:t>
            </a:r>
          </a:p>
        </p:txBody>
      </p:sp>
      <p:sp>
        <p:nvSpPr>
          <p:cNvPr id="17" name="Footer Placeholder 4"/>
          <p:cNvSpPr>
            <a:spLocks noGrp="1"/>
          </p:cNvSpPr>
          <p:nvPr>
            <p:ph type="ftr" sz="quarter" idx="3"/>
          </p:nvPr>
        </p:nvSpPr>
        <p:spPr>
          <a:xfrm>
            <a:off x="278232" y="6482377"/>
            <a:ext cx="4330343" cy="365125"/>
          </a:xfrm>
          <a:prstGeom prst="rect">
            <a:avLst/>
          </a:prstGeom>
        </p:spPr>
        <p:txBody>
          <a:bodyPr vert="horz" lIns="91440" tIns="45720" rIns="91440" bIns="45720" rtlCol="0" anchor="ctr"/>
          <a:lstStyle>
            <a:lvl1pPr algn="l">
              <a:defRPr sz="1200" b="1">
                <a:solidFill>
                  <a:schemeClr val="bg1"/>
                </a:solidFill>
              </a:defRPr>
            </a:lvl1pPr>
          </a:lstStyle>
          <a:p>
            <a:r>
              <a:rPr lang="en-US"/>
              <a:t>KHOA CÔNG NGHỆ THÔNG TIN – LẬP TRÌNH TYPESCRIPT</a:t>
            </a:r>
            <a:endParaRPr lang="en-US" dirty="0"/>
          </a:p>
        </p:txBody>
      </p:sp>
      <p:sp>
        <p:nvSpPr>
          <p:cNvPr id="18" name="Slide Number Placeholder 5"/>
          <p:cNvSpPr>
            <a:spLocks noGrp="1"/>
          </p:cNvSpPr>
          <p:nvPr>
            <p:ph type="sldNum" sz="quarter" idx="4"/>
          </p:nvPr>
        </p:nvSpPr>
        <p:spPr>
          <a:xfrm>
            <a:off x="9109164"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3A02590D-67BD-4DF2-8CAA-B9002293EB8E}" type="slidenum">
              <a:rPr lang="en-US" smtClean="0"/>
              <a:pPr/>
              <a:t>‹#›</a:t>
            </a:fld>
            <a:endParaRPr lang="en-US" dirty="0"/>
          </a:p>
        </p:txBody>
      </p:sp>
    </p:spTree>
    <p:extLst>
      <p:ext uri="{BB962C8B-B14F-4D97-AF65-F5344CB8AC3E}">
        <p14:creationId xmlns:p14="http://schemas.microsoft.com/office/powerpoint/2010/main" val="4279715326"/>
      </p:ext>
    </p:extLst>
  </p:cSld>
  <p:clrMap bg1="lt1" tx1="dk1" bg2="lt2" tx2="dk2" accent1="accent1" accent2="accent2" accent3="accent3" accent4="accent4" accent5="accent5" accent6="accent6" hlink="hlink" folHlink="folHlink"/>
  <p:sldLayoutIdLst>
    <p:sldLayoutId id="2147483708" r:id="rId1"/>
  </p:sldLayoutIdLst>
  <p:hf hdr="0" dt="0"/>
  <p:txStyles>
    <p:titleStyle>
      <a:lvl1pPr algn="l" defTabSz="914400" rtl="0" eaLnBrk="1" latinLnBrk="0" hangingPunct="1">
        <a:lnSpc>
          <a:spcPct val="90000"/>
        </a:lnSpc>
        <a:spcBef>
          <a:spcPct val="0"/>
        </a:spcBef>
        <a:buNone/>
        <a:defRPr sz="3200" b="1" kern="1200">
          <a:solidFill>
            <a:schemeClr val="bg1"/>
          </a:solidFill>
          <a:latin typeface="Times New Roman" pitchFamily="18" charset="0"/>
          <a:ea typeface="+mj-ea"/>
          <a:cs typeface="Times New Roman" pitchFamily="18" charset="0"/>
        </a:defRPr>
      </a:lvl1pPr>
    </p:titleStyle>
    <p:bodyStyle>
      <a:lvl1pPr marL="228600" indent="-228600" algn="l" defTabSz="914400" rtl="0" eaLnBrk="1" latinLnBrk="0" hangingPunct="1">
        <a:lnSpc>
          <a:spcPct val="90000"/>
        </a:lnSpc>
        <a:spcBef>
          <a:spcPts val="1000"/>
        </a:spcBef>
        <a:buClr>
          <a:srgbClr val="CC0099"/>
        </a:buClr>
        <a:buFont typeface="Wingdings" pitchFamily="2" charset="2"/>
        <a:buChar char="§"/>
        <a:defRPr sz="2900" kern="1200">
          <a:solidFill>
            <a:schemeClr val="tx1"/>
          </a:solidFill>
          <a:latin typeface="Times New Roman" pitchFamily="18" charset="0"/>
          <a:ea typeface="+mn-ea"/>
          <a:cs typeface="Times New Roman" pitchFamily="18" charset="0"/>
        </a:defRPr>
      </a:lvl1pPr>
      <a:lvl2pPr marL="685800" indent="-228600" algn="l" defTabSz="914400" rtl="0" eaLnBrk="1" latinLnBrk="0" hangingPunct="1">
        <a:lnSpc>
          <a:spcPct val="90000"/>
        </a:lnSpc>
        <a:spcBef>
          <a:spcPts val="500"/>
        </a:spcBef>
        <a:buClr>
          <a:srgbClr val="0000CC"/>
        </a:buClr>
        <a:buFont typeface="Arial" pitchFamily="34" charset="0"/>
        <a:buChar char="•"/>
        <a:defRPr sz="29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lnSpc>
          <a:spcPct val="90000"/>
        </a:lnSpc>
        <a:spcBef>
          <a:spcPts val="500"/>
        </a:spcBef>
        <a:buFont typeface="Courier New" pitchFamily="49" charset="0"/>
        <a:buChar char="o"/>
        <a:defRPr sz="29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9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9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userDrawn="1">
          <p15:clr>
            <a:srgbClr val="F26B43"/>
          </p15:clr>
        </p15:guide>
        <p15:guide id="2" pos="6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KHOA CÔNG NGHỆ THÔNG TIN – LẬP TRÌNH TYPESCRIPT</a:t>
            </a:r>
            <a:endParaRPr lang="en-US" dirty="0"/>
          </a:p>
        </p:txBody>
      </p:sp>
      <p:sp>
        <p:nvSpPr>
          <p:cNvPr id="6" name="Slide Number Placeholder 5"/>
          <p:cNvSpPr>
            <a:spLocks noGrp="1"/>
          </p:cNvSpPr>
          <p:nvPr>
            <p:ph type="sldNum" sz="quarter" idx="4"/>
          </p:nvPr>
        </p:nvSpPr>
        <p:spPr/>
        <p:txBody>
          <a:bodyPr/>
          <a:lstStyle/>
          <a:p>
            <a:fld id="{098B47F1-B2BA-40A4-9FDB-CF661B783E7A}" type="slidenum">
              <a:rPr lang="en-US" smtClean="0"/>
              <a:t>1</a:t>
            </a:fld>
            <a:endParaRPr lang="en-US"/>
          </a:p>
        </p:txBody>
      </p:sp>
      <p:sp>
        <p:nvSpPr>
          <p:cNvPr id="5" name="Google Shape;136;p29"/>
          <p:cNvSpPr txBox="1">
            <a:spLocks/>
          </p:cNvSpPr>
          <p:nvPr/>
        </p:nvSpPr>
        <p:spPr>
          <a:xfrm>
            <a:off x="2773237" y="107241"/>
            <a:ext cx="4846763" cy="590849"/>
          </a:xfrm>
          <a:prstGeom prst="rect">
            <a:avLst/>
          </a:prstGeom>
        </p:spPr>
        <p:txBody>
          <a:bodyPr spcFirstLastPara="1" vert="horz" wrap="square" lIns="91425" tIns="91425" rIns="91425" bIns="91425" rtlCol="0" anchor="ctr" anchorCtr="0">
            <a:noAutofit/>
          </a:bodyPr>
          <a:lstStyle>
            <a:lvl1pPr algn="l" defTabSz="914400" rtl="0" eaLnBrk="1" latinLnBrk="0" hangingPunct="1">
              <a:lnSpc>
                <a:spcPct val="90000"/>
              </a:lnSpc>
              <a:spcBef>
                <a:spcPct val="0"/>
              </a:spcBef>
              <a:buNone/>
              <a:defRPr sz="2600" kern="1200">
                <a:solidFill>
                  <a:schemeClr val="bg1"/>
                </a:solidFill>
                <a:latin typeface="+mj-lt"/>
                <a:ea typeface="+mj-ea"/>
                <a:cs typeface="+mj-cs"/>
              </a:defRPr>
            </a:lvl1pPr>
          </a:lstStyle>
          <a:p>
            <a:pPr>
              <a:spcBef>
                <a:spcPts val="0"/>
              </a:spcBef>
            </a:pPr>
            <a:r>
              <a:rPr lang="en-US" sz="3000" b="1">
                <a:latin typeface="Times New Roman" panose="02020603050405020304" pitchFamily="18" charset="0"/>
                <a:cs typeface="Times New Roman" panose="02020603050405020304" pitchFamily="18" charset="0"/>
              </a:rPr>
              <a:t>LẬP TRÌNH TYPESCRIPT</a:t>
            </a:r>
            <a:endParaRPr lang="en-US" sz="3000" b="1" dirty="0">
              <a:latin typeface="Times New Roman" panose="02020603050405020304" pitchFamily="18" charset="0"/>
              <a:cs typeface="Times New Roman" panose="02020603050405020304" pitchFamily="18" charset="0"/>
            </a:endParaRPr>
          </a:p>
        </p:txBody>
      </p:sp>
      <p:sp>
        <p:nvSpPr>
          <p:cNvPr id="7" name="Google Shape;137;p29"/>
          <p:cNvSpPr txBox="1">
            <a:spLocks/>
          </p:cNvSpPr>
          <p:nvPr/>
        </p:nvSpPr>
        <p:spPr>
          <a:xfrm>
            <a:off x="102638" y="1700981"/>
            <a:ext cx="7763068" cy="2835763"/>
          </a:xfrm>
          <a:prstGeom prst="rect">
            <a:avLst/>
          </a:prstGeom>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2600" b="1" dirty="0">
                <a:latin typeface="Times New Roman" panose="02020603050405020304" pitchFamily="18" charset="0"/>
                <a:cs typeface="Times New Roman" pitchFamily="18" charset="0"/>
              </a:rPr>
              <a:t>CHƯƠNG 4</a:t>
            </a:r>
            <a:r>
              <a:rPr lang="en-US" sz="2600" dirty="0">
                <a:latin typeface="Times New Roman" panose="02020603050405020304" pitchFamily="18" charset="0"/>
                <a:cs typeface="Times New Roman" pitchFamily="18" charset="0"/>
              </a:rPr>
              <a:t>: </a:t>
            </a:r>
          </a:p>
          <a:p>
            <a:pPr marL="0" indent="0">
              <a:spcBef>
                <a:spcPts val="0"/>
              </a:spcBef>
              <a:buNone/>
            </a:pPr>
            <a:endParaRPr lang="en-US" sz="2600" dirty="0">
              <a:latin typeface="Times New Roman" panose="02020603050405020304" pitchFamily="18" charset="0"/>
              <a:cs typeface="Times New Roman" pitchFamily="18" charset="0"/>
            </a:endParaRPr>
          </a:p>
          <a:p>
            <a:pPr marL="0" indent="0">
              <a:spcBef>
                <a:spcPts val="0"/>
              </a:spcBef>
              <a:buNone/>
            </a:pPr>
            <a:r>
              <a:rPr lang="en-US" dirty="0">
                <a:latin typeface="Times New Roman" panose="02020603050405020304" pitchFamily="18" charset="0"/>
                <a:cs typeface="Times New Roman" panose="02020603050405020304" pitchFamily="18" charset="0"/>
              </a:rPr>
              <a:t>MODULE, GENERIC VÀ XỬ LÝ BẤT ĐỒNG BỘ</a:t>
            </a:r>
            <a:endParaRPr lang="en-US" sz="2300" dirty="0">
              <a:latin typeface="Times New Roman" panose="02020603050405020304" pitchFamily="18" charset="0"/>
              <a:cs typeface="Times New Roman" pitchFamily="18" charset="0"/>
            </a:endParaRPr>
          </a:p>
        </p:txBody>
      </p:sp>
      <p:sp>
        <p:nvSpPr>
          <p:cNvPr id="170" name="Google Shape;137;p29">
            <a:extLst>
              <a:ext uri="{FF2B5EF4-FFF2-40B4-BE49-F238E27FC236}">
                <a16:creationId xmlns:a16="http://schemas.microsoft.com/office/drawing/2014/main" id="{C5A8A76D-5E3A-4511-9569-D2E55F718EF4}"/>
              </a:ext>
            </a:extLst>
          </p:cNvPr>
          <p:cNvSpPr txBox="1">
            <a:spLocks/>
          </p:cNvSpPr>
          <p:nvPr/>
        </p:nvSpPr>
        <p:spPr>
          <a:xfrm>
            <a:off x="744069" y="4496464"/>
            <a:ext cx="3295303" cy="800990"/>
          </a:xfrm>
          <a:prstGeom prst="rect">
            <a:avLst/>
          </a:prstGeom>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sz="2600" b="1" dirty="0">
              <a:solidFill>
                <a:srgbClr val="0000CC"/>
              </a:solidFill>
              <a:latin typeface="Times New Roman" pitchFamily="18" charset="0"/>
              <a:cs typeface="Times New Roman" pitchFamily="18" charset="0"/>
            </a:endParaRPr>
          </a:p>
        </p:txBody>
      </p:sp>
      <p:pic>
        <p:nvPicPr>
          <p:cNvPr id="1034" name="Picture 10" descr="What is TypeScript">
            <a:extLst>
              <a:ext uri="{FF2B5EF4-FFF2-40B4-BE49-F238E27FC236}">
                <a16:creationId xmlns:a16="http://schemas.microsoft.com/office/drawing/2014/main" id="{826BF309-7710-D27E-2D38-D80F02283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2278" y="1442527"/>
            <a:ext cx="3999722" cy="283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418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871D787-0E8C-7C2B-2551-E29955B6A5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0" y="815331"/>
            <a:ext cx="6546980" cy="5667046"/>
          </a:xfrm>
        </p:spPr>
      </p:pic>
      <p:sp>
        <p:nvSpPr>
          <p:cNvPr id="3" name="Footer Placeholder 2">
            <a:extLst>
              <a:ext uri="{FF2B5EF4-FFF2-40B4-BE49-F238E27FC236}">
                <a16:creationId xmlns:a16="http://schemas.microsoft.com/office/drawing/2014/main" id="{FC6F3FEB-1022-623E-3E98-67081EFB56E2}"/>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A9ED5D29-06A2-ED19-12F1-ED084EF87E97}"/>
              </a:ext>
            </a:extLst>
          </p:cNvPr>
          <p:cNvSpPr>
            <a:spLocks noGrp="1"/>
          </p:cNvSpPr>
          <p:nvPr>
            <p:ph type="sldNum" sz="quarter" idx="4"/>
          </p:nvPr>
        </p:nvSpPr>
        <p:spPr/>
        <p:txBody>
          <a:bodyPr/>
          <a:lstStyle/>
          <a:p>
            <a:fld id="{3A02590D-67BD-4DF2-8CAA-B9002293EB8E}" type="slidenum">
              <a:rPr lang="en-US" smtClean="0"/>
              <a:pPr/>
              <a:t>2</a:t>
            </a:fld>
            <a:endParaRPr lang="en-US" dirty="0"/>
          </a:p>
        </p:txBody>
      </p:sp>
      <p:sp>
        <p:nvSpPr>
          <p:cNvPr id="11" name="TextBox 10">
            <a:extLst>
              <a:ext uri="{FF2B5EF4-FFF2-40B4-BE49-F238E27FC236}">
                <a16:creationId xmlns:a16="http://schemas.microsoft.com/office/drawing/2014/main" id="{A17644DF-35A4-6E89-9561-59033A269EFC}"/>
              </a:ext>
            </a:extLst>
          </p:cNvPr>
          <p:cNvSpPr txBox="1"/>
          <p:nvPr/>
        </p:nvSpPr>
        <p:spPr>
          <a:xfrm>
            <a:off x="6550091" y="907013"/>
            <a:ext cx="5638800" cy="3539430"/>
          </a:xfrm>
          <a:prstGeom prst="rect">
            <a:avLst/>
          </a:prstGeom>
          <a:noFill/>
        </p:spPr>
        <p:txBody>
          <a:bodyPr wrap="square">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Quy </a:t>
            </a:r>
            <a:r>
              <a:rPr lang="en-US" sz="2800" b="1" dirty="0" err="1">
                <a:latin typeface="Times New Roman" panose="02020603050405020304" pitchFamily="18" charset="0"/>
                <a:cs typeface="Times New Roman" panose="02020603050405020304" pitchFamily="18" charset="0"/>
              </a:rPr>
              <a:t>trình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phục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vụ</a:t>
            </a:r>
            <a:r>
              <a:rPr lang="en-US" sz="2800" b="1"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Nhận</a:t>
            </a:r>
            <a:r>
              <a:rPr lang="en-US" sz="2800" b="1" dirty="0">
                <a:latin typeface="Times New Roman" panose="02020603050405020304" pitchFamily="18" charset="0"/>
                <a:cs typeface="Times New Roman" panose="02020603050405020304" pitchFamily="18" charset="0"/>
              </a:rPr>
              <a:t> Order👉</a:t>
            </a:r>
            <a:r>
              <a:rPr lang="en-US" sz="2800" b="1" dirty="0" err="1">
                <a:latin typeface="Times New Roman" panose="02020603050405020304" pitchFamily="18" charset="0"/>
                <a:cs typeface="Times New Roman" panose="02020603050405020304" pitchFamily="18" charset="0"/>
              </a:rPr>
              <a:t>Làm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món</a:t>
            </a:r>
            <a:r>
              <a:rPr lang="en-US" sz="2800" b="1" dirty="0">
                <a:latin typeface="Times New Roman" panose="02020603050405020304" pitchFamily="18" charset="0"/>
                <a:cs typeface="Times New Roman" panose="02020603050405020304" pitchFamily="18" charset="0"/>
              </a:rPr>
              <a:t>👉Mang </a:t>
            </a:r>
            <a:r>
              <a:rPr lang="en-US" sz="2800" b="1" dirty="0" err="1">
                <a:latin typeface="Times New Roman" panose="02020603050405020304" pitchFamily="18" charset="0"/>
                <a:cs typeface="Times New Roman" panose="02020603050405020304" pitchFamily="18" charset="0"/>
              </a:rPr>
              <a:t>ra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khách</a:t>
            </a:r>
            <a:endParaRPr lang="en-US" sz="28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
            </a:pP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b="1" dirty="0" err="1">
                <a:latin typeface="Times New Roman" panose="02020603050405020304" pitchFamily="18" charset="0"/>
                <a:cs typeface="Times New Roman" panose="02020603050405020304" pitchFamily="18" charset="0"/>
              </a:rPr>
              <a:t>Nếu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là</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chạy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bàn</a:t>
            </a: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b="1" dirty="0" err="1">
                <a:latin typeface="Times New Roman" panose="02020603050405020304" pitchFamily="18" charset="0"/>
                <a:cs typeface="Times New Roman" panose="02020603050405020304" pitchFamily="18" charset="0"/>
              </a:rPr>
              <a:t>Bạn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sẽ</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phục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vụ</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như</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thế</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nào</a:t>
            </a:r>
            <a:r>
              <a:rPr lang="en-US" sz="28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79321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22488-05C1-25F5-A727-778A74A144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969402-DDF8-F95D-7DE8-0A7DF329276F}"/>
              </a:ext>
            </a:extLst>
          </p:cNvPr>
          <p:cNvSpPr>
            <a:spLocks noGrp="1"/>
          </p:cNvSpPr>
          <p:nvPr>
            <p:ph idx="1"/>
          </p:nvPr>
        </p:nvSpPr>
        <p:spPr>
          <a:xfrm>
            <a:off x="195944" y="1024758"/>
            <a:ext cx="11596662" cy="5234152"/>
          </a:xfrm>
        </p:spPr>
        <p:txBody>
          <a:bodyPr>
            <a:normAutofit/>
          </a:bodyPr>
          <a:lstStyle/>
          <a:p>
            <a:r>
              <a:rPr lang="vi-VN" b="1" dirty="0"/>
              <a:t>Xử lý đồng bộ là gì? </a:t>
            </a:r>
          </a:p>
          <a:p>
            <a:pPr lvl="1"/>
            <a:r>
              <a:rPr lang="vi-VN" dirty="0"/>
              <a:t>Làm việc </a:t>
            </a:r>
            <a:r>
              <a:rPr lang="vi-VN" b="1" dirty="0"/>
              <a:t>theo thứ tự</a:t>
            </a:r>
            <a:r>
              <a:rPr lang="en-US" b="1" dirty="0"/>
              <a:t>, v</a:t>
            </a:r>
            <a:r>
              <a:rPr lang="vi-VN" b="1" dirty="0" err="1"/>
              <a:t>iệc</a:t>
            </a:r>
            <a:r>
              <a:rPr lang="vi-VN" b="1" dirty="0"/>
              <a:t> sau phải chờ việc trước</a:t>
            </a:r>
            <a:r>
              <a:rPr lang="en-US" b="1" dirty="0"/>
              <a:t> </a:t>
            </a:r>
            <a:r>
              <a:rPr lang="en-US" b="1" dirty="0" err="1"/>
              <a:t>làm</a:t>
            </a:r>
            <a:r>
              <a:rPr lang="en-US" b="1" dirty="0"/>
              <a:t> </a:t>
            </a:r>
            <a:r>
              <a:rPr lang="en-US" b="1" dirty="0" err="1"/>
              <a:t>xong</a:t>
            </a:r>
            <a:r>
              <a:rPr lang="vi-VN" b="1" dirty="0"/>
              <a:t> </a:t>
            </a:r>
            <a:endParaRPr lang="vi-VN" dirty="0"/>
          </a:p>
          <a:p>
            <a:pPr lvl="1"/>
            <a:r>
              <a:rPr lang="vi-VN" dirty="0"/>
              <a:t>Trong lúc chờ → </a:t>
            </a:r>
            <a:r>
              <a:rPr lang="en-US" b="1" dirty="0" err="1"/>
              <a:t>mọi</a:t>
            </a:r>
            <a:r>
              <a:rPr lang="en-US" b="1" dirty="0"/>
              <a:t> </a:t>
            </a:r>
            <a:r>
              <a:rPr lang="en-US" b="1" dirty="0" err="1"/>
              <a:t>hoạt</a:t>
            </a:r>
            <a:r>
              <a:rPr lang="en-US" b="1" dirty="0"/>
              <a:t> </a:t>
            </a:r>
            <a:r>
              <a:rPr lang="en-US" b="1" dirty="0" err="1"/>
              <a:t>động</a:t>
            </a:r>
            <a:r>
              <a:rPr lang="en-US" b="1" dirty="0"/>
              <a:t> </a:t>
            </a:r>
            <a:r>
              <a:rPr lang="en-US" b="1" dirty="0" err="1"/>
              <a:t>tạm</a:t>
            </a:r>
            <a:r>
              <a:rPr lang="en-US" b="1" dirty="0"/>
              <a:t> </a:t>
            </a:r>
            <a:r>
              <a:rPr lang="en-US" b="1" dirty="0" err="1"/>
              <a:t>gián</a:t>
            </a:r>
            <a:r>
              <a:rPr lang="en-US" b="1" dirty="0"/>
              <a:t> </a:t>
            </a:r>
            <a:r>
              <a:rPr lang="en-US" b="1" dirty="0" err="1"/>
              <a:t>đoạn</a:t>
            </a:r>
            <a:endParaRPr lang="en-US" b="1" dirty="0"/>
          </a:p>
          <a:p>
            <a:pPr marL="457200" lvl="1" indent="0">
              <a:buNone/>
            </a:pPr>
            <a:endParaRPr lang="vi-VN" dirty="0"/>
          </a:p>
          <a:p>
            <a:r>
              <a:rPr lang="vi-VN" b="1" dirty="0"/>
              <a:t>Vấn đề lớn nhất của xử lý đồng bộ</a:t>
            </a:r>
            <a:r>
              <a:rPr lang="en-US" b="1" dirty="0"/>
              <a:t> </a:t>
            </a:r>
            <a:r>
              <a:rPr lang="en-US" b="1" dirty="0" err="1"/>
              <a:t>trong</a:t>
            </a:r>
            <a:r>
              <a:rPr lang="en-US" b="1" dirty="0"/>
              <a:t> </a:t>
            </a:r>
            <a:r>
              <a:rPr lang="en-US" b="1" dirty="0" err="1"/>
              <a:t>lập</a:t>
            </a:r>
            <a:r>
              <a:rPr lang="en-US" b="1" dirty="0"/>
              <a:t> </a:t>
            </a:r>
            <a:r>
              <a:rPr lang="en-US" b="1" dirty="0" err="1"/>
              <a:t>trình</a:t>
            </a:r>
            <a:endParaRPr lang="vi-VN" b="1" dirty="0"/>
          </a:p>
          <a:p>
            <a:pPr lvl="1"/>
            <a:r>
              <a:rPr lang="en-US" dirty="0"/>
              <a:t>1. </a:t>
            </a:r>
            <a:r>
              <a:rPr lang="vi-VN" dirty="0"/>
              <a:t>Chương trình bị “đóng băng”</a:t>
            </a:r>
          </a:p>
          <a:p>
            <a:pPr lvl="1"/>
            <a:r>
              <a:rPr lang="en-US" dirty="0"/>
              <a:t>2. </a:t>
            </a:r>
            <a:r>
              <a:rPr lang="en-US" dirty="0" err="1"/>
              <a:t>Trải</a:t>
            </a:r>
            <a:r>
              <a:rPr lang="en-US" dirty="0"/>
              <a:t> </a:t>
            </a:r>
            <a:r>
              <a:rPr lang="en-US" dirty="0" err="1"/>
              <a:t>nghiệm</a:t>
            </a:r>
            <a:r>
              <a:rPr lang="en-US" dirty="0"/>
              <a:t> </a:t>
            </a:r>
            <a:r>
              <a:rPr lang="en-US" dirty="0" err="1"/>
              <a:t>người</a:t>
            </a:r>
            <a:r>
              <a:rPr lang="en-US" dirty="0"/>
              <a:t> </a:t>
            </a:r>
            <a:r>
              <a:rPr lang="en-US" dirty="0" err="1"/>
              <a:t>dùng</a:t>
            </a:r>
            <a:r>
              <a:rPr lang="en-US" dirty="0"/>
              <a:t> </a:t>
            </a:r>
            <a:r>
              <a:rPr lang="en-US" dirty="0" err="1"/>
              <a:t>kém</a:t>
            </a:r>
            <a:endParaRPr lang="en-US" dirty="0"/>
          </a:p>
          <a:p>
            <a:pPr lvl="1"/>
            <a:r>
              <a:rPr lang="en-US" dirty="0"/>
              <a:t>3. </a:t>
            </a:r>
            <a:r>
              <a:rPr lang="en-US" dirty="0" err="1"/>
              <a:t>Lãng</a:t>
            </a:r>
            <a:r>
              <a:rPr lang="en-US" dirty="0"/>
              <a:t> </a:t>
            </a:r>
            <a:r>
              <a:rPr lang="en-US" dirty="0" err="1"/>
              <a:t>phí</a:t>
            </a:r>
            <a:r>
              <a:rPr lang="en-US" dirty="0"/>
              <a:t> </a:t>
            </a:r>
            <a:r>
              <a:rPr lang="en-US" dirty="0" err="1"/>
              <a:t>tài</a:t>
            </a:r>
            <a:r>
              <a:rPr lang="en-US" dirty="0"/>
              <a:t> </a:t>
            </a:r>
            <a:r>
              <a:rPr lang="en-US" dirty="0" err="1"/>
              <a:t>nguyên</a:t>
            </a:r>
            <a:endParaRPr lang="vi-VN" dirty="0"/>
          </a:p>
          <a:p>
            <a:pPr marL="457200" lvl="1" indent="0">
              <a:buNone/>
            </a:pPr>
            <a:endParaRPr lang="en-US" dirty="0"/>
          </a:p>
        </p:txBody>
      </p:sp>
      <p:sp>
        <p:nvSpPr>
          <p:cNvPr id="3" name="Footer Placeholder 2">
            <a:extLst>
              <a:ext uri="{FF2B5EF4-FFF2-40B4-BE49-F238E27FC236}">
                <a16:creationId xmlns:a16="http://schemas.microsoft.com/office/drawing/2014/main" id="{BA8CAA81-7F8F-D276-CBA7-8D9C3903CDB1}"/>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F207ED47-2A20-43D2-BD2A-3FC7E1389DD1}"/>
              </a:ext>
            </a:extLst>
          </p:cNvPr>
          <p:cNvSpPr>
            <a:spLocks noGrp="1"/>
          </p:cNvSpPr>
          <p:nvPr>
            <p:ph type="sldNum" sz="quarter" idx="4"/>
          </p:nvPr>
        </p:nvSpPr>
        <p:spPr/>
        <p:txBody>
          <a:bodyPr/>
          <a:lstStyle/>
          <a:p>
            <a:fld id="{3A02590D-67BD-4DF2-8CAA-B9002293EB8E}" type="slidenum">
              <a:rPr lang="en-US" smtClean="0"/>
              <a:pPr/>
              <a:t>3</a:t>
            </a:fld>
            <a:endParaRPr lang="en-US" dirty="0"/>
          </a:p>
        </p:txBody>
      </p:sp>
      <p:sp>
        <p:nvSpPr>
          <p:cNvPr id="5" name="Title 4">
            <a:extLst>
              <a:ext uri="{FF2B5EF4-FFF2-40B4-BE49-F238E27FC236}">
                <a16:creationId xmlns:a16="http://schemas.microsoft.com/office/drawing/2014/main" id="{B7334E01-C57B-7CDE-4F54-937E50C83DAC}"/>
              </a:ext>
            </a:extLst>
          </p:cNvPr>
          <p:cNvSpPr>
            <a:spLocks noGrp="1"/>
          </p:cNvSpPr>
          <p:nvPr>
            <p:ph type="title"/>
          </p:nvPr>
        </p:nvSpPr>
        <p:spPr/>
        <p:txBody>
          <a:bodyPr/>
          <a:lstStyle/>
          <a:p>
            <a:r>
              <a:rPr lang="en-US" dirty="0"/>
              <a:t>XỬ LÝ ĐỒNG BỘ</a:t>
            </a:r>
          </a:p>
        </p:txBody>
      </p:sp>
    </p:spTree>
    <p:extLst>
      <p:ext uri="{BB962C8B-B14F-4D97-AF65-F5344CB8AC3E}">
        <p14:creationId xmlns:p14="http://schemas.microsoft.com/office/powerpoint/2010/main" val="2198372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7AC59-9D1C-FE0E-498D-228C2B9FD6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F864B2-398E-762E-8B25-3A82C02616B8}"/>
              </a:ext>
            </a:extLst>
          </p:cNvPr>
          <p:cNvSpPr>
            <a:spLocks noGrp="1"/>
          </p:cNvSpPr>
          <p:nvPr>
            <p:ph idx="1"/>
          </p:nvPr>
        </p:nvSpPr>
        <p:spPr>
          <a:xfrm>
            <a:off x="111967" y="886409"/>
            <a:ext cx="11961845" cy="5372502"/>
          </a:xfrm>
        </p:spPr>
        <p:txBody>
          <a:bodyPr/>
          <a:lstStyle/>
          <a:p>
            <a:r>
              <a:rPr lang="en-US" b="1" dirty="0" err="1"/>
              <a:t>Xử</a:t>
            </a:r>
            <a:r>
              <a:rPr lang="en-US" b="1" dirty="0"/>
              <a:t> </a:t>
            </a:r>
            <a:r>
              <a:rPr lang="en-US" b="1" dirty="0" err="1"/>
              <a:t>lý</a:t>
            </a:r>
            <a:r>
              <a:rPr lang="en-US" b="1" dirty="0"/>
              <a:t> b</a:t>
            </a:r>
            <a:r>
              <a:rPr lang="vi-VN" b="1" dirty="0"/>
              <a:t>ất đồng bộ là gì?</a:t>
            </a:r>
          </a:p>
          <a:p>
            <a:pPr lvl="1"/>
            <a:r>
              <a:rPr lang="vi-VN" dirty="0"/>
              <a:t>Xử lý bất đồng bộ là kỹ thuật cho phép chương trình thực hiện các tác vụ tốn thời gian mà không làm chặn luồng thực thi chính, kết quả sẽ được xử lý khi tác vụ hoàn thành.</a:t>
            </a:r>
            <a:endParaRPr lang="en-US" dirty="0"/>
          </a:p>
          <a:p>
            <a:pPr lvl="1"/>
            <a:r>
              <a:rPr lang="vi-VN" dirty="0"/>
              <a:t>Trong thời gian chờ, chương trình </a:t>
            </a:r>
            <a:r>
              <a:rPr lang="vi-VN" b="1" dirty="0"/>
              <a:t>không bị </a:t>
            </a:r>
            <a:r>
              <a:rPr lang="vi-VN" b="1" dirty="0" err="1"/>
              <a:t>block</a:t>
            </a:r>
            <a:r>
              <a:rPr lang="vi-VN" dirty="0"/>
              <a:t>.</a:t>
            </a:r>
            <a:endParaRPr lang="en-US" dirty="0"/>
          </a:p>
          <a:p>
            <a:r>
              <a:rPr lang="en-US" b="1" dirty="0"/>
              <a:t>Các </a:t>
            </a:r>
            <a:r>
              <a:rPr lang="en-US" b="1" dirty="0" err="1"/>
              <a:t>khái</a:t>
            </a:r>
            <a:r>
              <a:rPr lang="en-US" b="1" dirty="0"/>
              <a:t> </a:t>
            </a:r>
            <a:r>
              <a:rPr lang="en-US" b="1" dirty="0" err="1"/>
              <a:t>niệm</a:t>
            </a:r>
            <a:r>
              <a:rPr lang="en-US" b="1" dirty="0"/>
              <a:t> </a:t>
            </a:r>
            <a:r>
              <a:rPr lang="en-US" b="1" dirty="0" err="1"/>
              <a:t>liên</a:t>
            </a:r>
            <a:r>
              <a:rPr lang="en-US" b="1" dirty="0"/>
              <a:t> </a:t>
            </a:r>
            <a:r>
              <a:rPr lang="en-US" b="1" dirty="0" err="1"/>
              <a:t>quan</a:t>
            </a:r>
            <a:r>
              <a:rPr lang="en-US" b="1" dirty="0"/>
              <a:t> </a:t>
            </a:r>
          </a:p>
          <a:p>
            <a:pPr lvl="1"/>
            <a:r>
              <a:rPr lang="en-US" dirty="0"/>
              <a:t>Promise</a:t>
            </a:r>
          </a:p>
          <a:p>
            <a:pPr lvl="1"/>
            <a:r>
              <a:rPr lang="en-US" dirty="0"/>
              <a:t>Async </a:t>
            </a:r>
          </a:p>
          <a:p>
            <a:pPr lvl="1"/>
            <a:r>
              <a:rPr lang="en-US" dirty="0"/>
              <a:t>Await</a:t>
            </a:r>
          </a:p>
        </p:txBody>
      </p:sp>
      <p:sp>
        <p:nvSpPr>
          <p:cNvPr id="3" name="Footer Placeholder 2">
            <a:extLst>
              <a:ext uri="{FF2B5EF4-FFF2-40B4-BE49-F238E27FC236}">
                <a16:creationId xmlns:a16="http://schemas.microsoft.com/office/drawing/2014/main" id="{99F24EB9-5ED4-EE07-FD23-3E21E881EEE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8A91CFA-16ED-DF46-0003-8AFA640FACC9}"/>
              </a:ext>
            </a:extLst>
          </p:cNvPr>
          <p:cNvSpPr>
            <a:spLocks noGrp="1"/>
          </p:cNvSpPr>
          <p:nvPr>
            <p:ph type="sldNum" sz="quarter" idx="4"/>
          </p:nvPr>
        </p:nvSpPr>
        <p:spPr/>
        <p:txBody>
          <a:bodyPr/>
          <a:lstStyle/>
          <a:p>
            <a:fld id="{3A02590D-67BD-4DF2-8CAA-B9002293EB8E}" type="slidenum">
              <a:rPr lang="en-US" smtClean="0"/>
              <a:pPr/>
              <a:t>4</a:t>
            </a:fld>
            <a:endParaRPr lang="en-US" dirty="0"/>
          </a:p>
        </p:txBody>
      </p:sp>
      <p:sp>
        <p:nvSpPr>
          <p:cNvPr id="5" name="Title 4">
            <a:extLst>
              <a:ext uri="{FF2B5EF4-FFF2-40B4-BE49-F238E27FC236}">
                <a16:creationId xmlns:a16="http://schemas.microsoft.com/office/drawing/2014/main" id="{D4E42AAC-4206-7AC6-5589-F7CEA3B7CF11}"/>
              </a:ext>
            </a:extLst>
          </p:cNvPr>
          <p:cNvSpPr>
            <a:spLocks noGrp="1"/>
          </p:cNvSpPr>
          <p:nvPr>
            <p:ph type="title"/>
          </p:nvPr>
        </p:nvSpPr>
        <p:spPr/>
        <p:txBody>
          <a:bodyPr/>
          <a:lstStyle/>
          <a:p>
            <a:r>
              <a:rPr lang="en-US" dirty="0"/>
              <a:t>XỬ LÝ BẤT ĐỒNG BỘ</a:t>
            </a:r>
          </a:p>
        </p:txBody>
      </p:sp>
    </p:spTree>
    <p:extLst>
      <p:ext uri="{BB962C8B-B14F-4D97-AF65-F5344CB8AC3E}">
        <p14:creationId xmlns:p14="http://schemas.microsoft.com/office/powerpoint/2010/main" val="2792751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7DD86-04C4-E617-3619-D8292793F3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DA62B8-0754-11D0-6A6E-60D667B03996}"/>
              </a:ext>
            </a:extLst>
          </p:cNvPr>
          <p:cNvSpPr>
            <a:spLocks noGrp="1"/>
          </p:cNvSpPr>
          <p:nvPr>
            <p:ph idx="1"/>
          </p:nvPr>
        </p:nvSpPr>
        <p:spPr>
          <a:xfrm>
            <a:off x="0" y="799498"/>
            <a:ext cx="12192000" cy="5604150"/>
          </a:xfrm>
        </p:spPr>
        <p:txBody>
          <a:bodyPr/>
          <a:lstStyle/>
          <a:p>
            <a:r>
              <a:rPr lang="vi-VN" b="1" dirty="0" err="1"/>
              <a:t>Promise</a:t>
            </a:r>
            <a:r>
              <a:rPr lang="vi-VN" b="1" dirty="0"/>
              <a:t> là gì?</a:t>
            </a:r>
          </a:p>
          <a:p>
            <a:pPr lvl="1"/>
            <a:r>
              <a:rPr lang="vi-VN" dirty="0" err="1"/>
              <a:t>Promise</a:t>
            </a:r>
            <a:r>
              <a:rPr lang="vi-VN" dirty="0"/>
              <a:t> là một đối tượng đại diện cho </a:t>
            </a:r>
            <a:r>
              <a:rPr lang="vi-VN" b="1" dirty="0"/>
              <a:t>kết quả trong tương lai</a:t>
            </a:r>
            <a:r>
              <a:rPr lang="vi-VN" dirty="0"/>
              <a:t> của một tác vụ bất đồng bộ.</a:t>
            </a:r>
          </a:p>
          <a:p>
            <a:r>
              <a:rPr lang="vi-VN" b="1" dirty="0" err="1"/>
              <a:t>Promise</a:t>
            </a:r>
            <a:r>
              <a:rPr lang="vi-VN" b="1" dirty="0"/>
              <a:t> có 3 trạng thái:</a:t>
            </a:r>
          </a:p>
          <a:p>
            <a:pPr lvl="1"/>
            <a:r>
              <a:rPr lang="vi-VN" dirty="0" err="1"/>
              <a:t>pending</a:t>
            </a:r>
            <a:r>
              <a:rPr lang="vi-VN" dirty="0"/>
              <a:t> – đang xử lý</a:t>
            </a:r>
          </a:p>
          <a:p>
            <a:pPr lvl="1"/>
            <a:r>
              <a:rPr lang="vi-VN" dirty="0" err="1"/>
              <a:t>fulfilled</a:t>
            </a:r>
            <a:r>
              <a:rPr lang="vi-VN" dirty="0"/>
              <a:t> – thành công</a:t>
            </a:r>
          </a:p>
          <a:p>
            <a:pPr lvl="1"/>
            <a:r>
              <a:rPr lang="vi-VN" dirty="0" err="1"/>
              <a:t>rejected</a:t>
            </a:r>
            <a:r>
              <a:rPr lang="vi-VN" dirty="0"/>
              <a:t> – thất bại</a:t>
            </a:r>
          </a:p>
          <a:p>
            <a:r>
              <a:rPr lang="vi-VN" b="1" dirty="0"/>
              <a:t>Cú pháp tổng quát:</a:t>
            </a:r>
          </a:p>
          <a:p>
            <a:pPr marL="457200" lvl="1" indent="0">
              <a:buNone/>
            </a:pPr>
            <a:r>
              <a:rPr lang="en-US" dirty="0"/>
              <a:t>const </a:t>
            </a:r>
            <a:r>
              <a:rPr lang="en-US" dirty="0">
                <a:solidFill>
                  <a:srgbClr val="7030A0"/>
                </a:solidFill>
              </a:rPr>
              <a:t>promise</a:t>
            </a:r>
            <a:r>
              <a:rPr lang="en-US" dirty="0"/>
              <a:t> = new </a:t>
            </a:r>
            <a:r>
              <a:rPr lang="en-US" dirty="0">
                <a:solidFill>
                  <a:srgbClr val="7030A0"/>
                </a:solidFill>
              </a:rPr>
              <a:t>Promise</a:t>
            </a:r>
            <a:r>
              <a:rPr lang="en-US" dirty="0"/>
              <a:t>((resolve, reject) =&gt; {</a:t>
            </a:r>
          </a:p>
          <a:p>
            <a:pPr marL="457200" lvl="1" indent="0">
              <a:buNone/>
            </a:pPr>
            <a:r>
              <a:rPr lang="en-US" dirty="0"/>
              <a:t>// </a:t>
            </a:r>
            <a:r>
              <a:rPr lang="en-US" dirty="0" err="1"/>
              <a:t>xử</a:t>
            </a:r>
            <a:r>
              <a:rPr lang="en-US" dirty="0"/>
              <a:t> </a:t>
            </a:r>
            <a:r>
              <a:rPr lang="en-US" dirty="0" err="1"/>
              <a:t>lý</a:t>
            </a:r>
            <a:r>
              <a:rPr lang="en-US" dirty="0"/>
              <a:t> </a:t>
            </a:r>
            <a:r>
              <a:rPr lang="en-US" dirty="0" err="1"/>
              <a:t>bất</a:t>
            </a:r>
            <a:r>
              <a:rPr lang="en-US" dirty="0"/>
              <a:t> </a:t>
            </a:r>
            <a:r>
              <a:rPr lang="en-US" dirty="0" err="1"/>
              <a:t>đồng</a:t>
            </a:r>
            <a:r>
              <a:rPr lang="en-US" dirty="0"/>
              <a:t> </a:t>
            </a:r>
            <a:r>
              <a:rPr lang="en-US" dirty="0" err="1"/>
              <a:t>bộ</a:t>
            </a:r>
            <a:endParaRPr lang="en-US" dirty="0"/>
          </a:p>
          <a:p>
            <a:pPr marL="457200" lvl="1" indent="0">
              <a:buNone/>
            </a:pPr>
            <a:r>
              <a:rPr lang="en-US" dirty="0"/>
              <a:t>});</a:t>
            </a:r>
          </a:p>
          <a:p>
            <a:pPr marL="914400" lvl="2" indent="0">
              <a:buNone/>
            </a:pPr>
            <a:endParaRPr lang="en-US" dirty="0"/>
          </a:p>
        </p:txBody>
      </p:sp>
      <p:sp>
        <p:nvSpPr>
          <p:cNvPr id="3" name="Footer Placeholder 2">
            <a:extLst>
              <a:ext uri="{FF2B5EF4-FFF2-40B4-BE49-F238E27FC236}">
                <a16:creationId xmlns:a16="http://schemas.microsoft.com/office/drawing/2014/main" id="{A70E16A0-023A-30C9-4566-67D66AE9C990}"/>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D61D172-4F2A-AAFC-1226-ED70137B08CF}"/>
              </a:ext>
            </a:extLst>
          </p:cNvPr>
          <p:cNvSpPr>
            <a:spLocks noGrp="1"/>
          </p:cNvSpPr>
          <p:nvPr>
            <p:ph type="sldNum" sz="quarter" idx="4"/>
          </p:nvPr>
        </p:nvSpPr>
        <p:spPr/>
        <p:txBody>
          <a:bodyPr/>
          <a:lstStyle/>
          <a:p>
            <a:fld id="{3A02590D-67BD-4DF2-8CAA-B9002293EB8E}" type="slidenum">
              <a:rPr lang="en-US" smtClean="0"/>
              <a:pPr/>
              <a:t>5</a:t>
            </a:fld>
            <a:endParaRPr lang="en-US" dirty="0"/>
          </a:p>
        </p:txBody>
      </p:sp>
      <p:sp>
        <p:nvSpPr>
          <p:cNvPr id="5" name="Title 4">
            <a:extLst>
              <a:ext uri="{FF2B5EF4-FFF2-40B4-BE49-F238E27FC236}">
                <a16:creationId xmlns:a16="http://schemas.microsoft.com/office/drawing/2014/main" id="{8ECA616A-7F76-0074-0BC3-B871C353DF12}"/>
              </a:ext>
            </a:extLst>
          </p:cNvPr>
          <p:cNvSpPr>
            <a:spLocks noGrp="1"/>
          </p:cNvSpPr>
          <p:nvPr>
            <p:ph type="title"/>
          </p:nvPr>
        </p:nvSpPr>
        <p:spPr/>
        <p:txBody>
          <a:bodyPr/>
          <a:lstStyle/>
          <a:p>
            <a:r>
              <a:rPr lang="en-US" dirty="0"/>
              <a:t>PROMISE</a:t>
            </a:r>
          </a:p>
        </p:txBody>
      </p:sp>
    </p:spTree>
    <p:extLst>
      <p:ext uri="{BB962C8B-B14F-4D97-AF65-F5344CB8AC3E}">
        <p14:creationId xmlns:p14="http://schemas.microsoft.com/office/powerpoint/2010/main" val="59791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050DC-5A46-2859-6915-637798198E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153E6D-2225-0BA2-F372-D2F5CCB09B23}"/>
              </a:ext>
            </a:extLst>
          </p:cNvPr>
          <p:cNvSpPr>
            <a:spLocks noGrp="1"/>
          </p:cNvSpPr>
          <p:nvPr>
            <p:ph idx="1"/>
          </p:nvPr>
        </p:nvSpPr>
        <p:spPr>
          <a:xfrm>
            <a:off x="0" y="799498"/>
            <a:ext cx="12192000" cy="5604150"/>
          </a:xfrm>
        </p:spPr>
        <p:txBody>
          <a:bodyPr/>
          <a:lstStyle/>
          <a:p>
            <a:r>
              <a:rPr lang="en-US" b="1" dirty="0"/>
              <a:t>Promise </a:t>
            </a:r>
            <a:r>
              <a:rPr lang="en-US" b="1" dirty="0" err="1"/>
              <a:t>trong</a:t>
            </a:r>
            <a:r>
              <a:rPr lang="en-US" b="1" dirty="0"/>
              <a:t> TypeScript</a:t>
            </a:r>
          </a:p>
          <a:p>
            <a:pPr lvl="1"/>
            <a:r>
              <a:rPr lang="en-US" dirty="0"/>
              <a:t>TypeScript </a:t>
            </a:r>
            <a:r>
              <a:rPr lang="en-US" dirty="0" err="1"/>
              <a:t>dùng</a:t>
            </a:r>
            <a:r>
              <a:rPr lang="en-US" dirty="0"/>
              <a:t> </a:t>
            </a:r>
            <a:r>
              <a:rPr lang="en-US" b="1" dirty="0"/>
              <a:t>Generic</a:t>
            </a:r>
            <a:r>
              <a:rPr lang="en-US" dirty="0"/>
              <a:t> </a:t>
            </a:r>
            <a:r>
              <a:rPr lang="en-US" dirty="0" err="1"/>
              <a:t>để</a:t>
            </a:r>
            <a:r>
              <a:rPr lang="en-US" dirty="0"/>
              <a:t> </a:t>
            </a:r>
            <a:r>
              <a:rPr lang="en-US" dirty="0" err="1"/>
              <a:t>mô</a:t>
            </a:r>
            <a:r>
              <a:rPr lang="en-US" dirty="0"/>
              <a:t> </a:t>
            </a:r>
            <a:r>
              <a:rPr lang="en-US" dirty="0" err="1"/>
              <a:t>tả</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trả</a:t>
            </a:r>
            <a:r>
              <a:rPr lang="en-US" dirty="0"/>
              <a:t> </a:t>
            </a:r>
            <a:r>
              <a:rPr lang="en-US" dirty="0" err="1"/>
              <a:t>về</a:t>
            </a:r>
            <a:r>
              <a:rPr lang="en-US" dirty="0"/>
              <a:t> </a:t>
            </a:r>
            <a:r>
              <a:rPr lang="en-US" dirty="0" err="1"/>
              <a:t>của</a:t>
            </a:r>
            <a:r>
              <a:rPr lang="en-US" dirty="0"/>
              <a:t> Promise.</a:t>
            </a:r>
          </a:p>
          <a:p>
            <a:pPr lvl="1"/>
            <a:r>
              <a:rPr lang="en-US" dirty="0"/>
              <a:t>Promise&lt;T&gt;</a:t>
            </a:r>
          </a:p>
          <a:p>
            <a:r>
              <a:rPr lang="en-US" b="1" dirty="0" err="1"/>
              <a:t>Ví</a:t>
            </a:r>
            <a:r>
              <a:rPr lang="en-US" b="1" dirty="0"/>
              <a:t> </a:t>
            </a:r>
            <a:r>
              <a:rPr lang="en-US" b="1" dirty="0" err="1"/>
              <a:t>dụ</a:t>
            </a:r>
            <a:r>
              <a:rPr lang="en-US" b="1" dirty="0"/>
              <a:t>:</a:t>
            </a:r>
          </a:p>
          <a:p>
            <a:pPr marL="457200" lvl="1" indent="0">
              <a:buNone/>
            </a:pPr>
            <a:r>
              <a:rPr lang="en-US" dirty="0"/>
              <a:t>const </a:t>
            </a:r>
            <a:r>
              <a:rPr lang="en-US" dirty="0" err="1"/>
              <a:t>getName</a:t>
            </a:r>
            <a:r>
              <a:rPr lang="en-US" dirty="0"/>
              <a:t> = (): Promise&lt;string&gt; =&gt; {</a:t>
            </a:r>
          </a:p>
          <a:p>
            <a:pPr marL="457200" lvl="1" indent="0">
              <a:buNone/>
            </a:pPr>
            <a:r>
              <a:rPr lang="en-US" dirty="0"/>
              <a:t>return new Promise((resolve) =&gt; {</a:t>
            </a:r>
          </a:p>
          <a:p>
            <a:pPr marL="457200" lvl="1" indent="0">
              <a:buNone/>
            </a:pPr>
            <a:r>
              <a:rPr lang="en-US" dirty="0"/>
              <a:t>resolve("TypeScript");</a:t>
            </a:r>
          </a:p>
          <a:p>
            <a:pPr marL="457200" lvl="1" indent="0">
              <a:buNone/>
            </a:pPr>
            <a:r>
              <a:rPr lang="en-US" dirty="0"/>
              <a:t>});</a:t>
            </a:r>
          </a:p>
          <a:p>
            <a:pPr marL="457200" lvl="1" indent="0">
              <a:buNone/>
            </a:pPr>
            <a:r>
              <a:rPr lang="en-US" dirty="0"/>
              <a:t>};</a:t>
            </a:r>
          </a:p>
          <a:p>
            <a:pPr lvl="1"/>
            <a:endParaRPr lang="en-US" b="1" dirty="0"/>
          </a:p>
        </p:txBody>
      </p:sp>
      <p:sp>
        <p:nvSpPr>
          <p:cNvPr id="3" name="Footer Placeholder 2">
            <a:extLst>
              <a:ext uri="{FF2B5EF4-FFF2-40B4-BE49-F238E27FC236}">
                <a16:creationId xmlns:a16="http://schemas.microsoft.com/office/drawing/2014/main" id="{6DD2DC22-2131-5E15-FF6B-C08E9930E2B2}"/>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B05E147-1E6D-F889-5620-FCC1E27D4464}"/>
              </a:ext>
            </a:extLst>
          </p:cNvPr>
          <p:cNvSpPr>
            <a:spLocks noGrp="1"/>
          </p:cNvSpPr>
          <p:nvPr>
            <p:ph type="sldNum" sz="quarter" idx="4"/>
          </p:nvPr>
        </p:nvSpPr>
        <p:spPr/>
        <p:txBody>
          <a:bodyPr/>
          <a:lstStyle/>
          <a:p>
            <a:fld id="{3A02590D-67BD-4DF2-8CAA-B9002293EB8E}" type="slidenum">
              <a:rPr lang="en-US" smtClean="0"/>
              <a:pPr/>
              <a:t>6</a:t>
            </a:fld>
            <a:endParaRPr lang="en-US" dirty="0"/>
          </a:p>
        </p:txBody>
      </p:sp>
      <p:sp>
        <p:nvSpPr>
          <p:cNvPr id="5" name="Title 4">
            <a:extLst>
              <a:ext uri="{FF2B5EF4-FFF2-40B4-BE49-F238E27FC236}">
                <a16:creationId xmlns:a16="http://schemas.microsoft.com/office/drawing/2014/main" id="{1F760499-00FF-FFED-5894-A7AAC8E4BE42}"/>
              </a:ext>
            </a:extLst>
          </p:cNvPr>
          <p:cNvSpPr>
            <a:spLocks noGrp="1"/>
          </p:cNvSpPr>
          <p:nvPr>
            <p:ph type="title"/>
          </p:nvPr>
        </p:nvSpPr>
        <p:spPr/>
        <p:txBody>
          <a:bodyPr/>
          <a:lstStyle/>
          <a:p>
            <a:r>
              <a:rPr lang="en-US" dirty="0"/>
              <a:t>PROMISE</a:t>
            </a:r>
          </a:p>
        </p:txBody>
      </p:sp>
    </p:spTree>
    <p:extLst>
      <p:ext uri="{BB962C8B-B14F-4D97-AF65-F5344CB8AC3E}">
        <p14:creationId xmlns:p14="http://schemas.microsoft.com/office/powerpoint/2010/main" val="1194234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C127A-00D2-8122-8E6A-B78AFF8D58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AB7023-655E-4942-CDB8-1A538149FAA4}"/>
              </a:ext>
            </a:extLst>
          </p:cNvPr>
          <p:cNvSpPr>
            <a:spLocks noGrp="1"/>
          </p:cNvSpPr>
          <p:nvPr>
            <p:ph idx="1"/>
          </p:nvPr>
        </p:nvSpPr>
        <p:spPr>
          <a:xfrm>
            <a:off x="0" y="799498"/>
            <a:ext cx="12192000" cy="5604150"/>
          </a:xfrm>
        </p:spPr>
        <p:txBody>
          <a:bodyPr/>
          <a:lstStyle/>
          <a:p>
            <a:r>
              <a:rPr lang="en-US" b="1" dirty="0" err="1"/>
              <a:t>Sử</a:t>
            </a:r>
            <a:r>
              <a:rPr lang="en-US" b="1" dirty="0"/>
              <a:t> </a:t>
            </a:r>
            <a:r>
              <a:rPr lang="en-US" b="1" dirty="0" err="1"/>
              <a:t>dụng</a:t>
            </a:r>
            <a:r>
              <a:rPr lang="en-US" b="1" dirty="0"/>
              <a:t> Promise </a:t>
            </a:r>
            <a:r>
              <a:rPr lang="en-US" b="1" dirty="0" err="1"/>
              <a:t>với</a:t>
            </a:r>
            <a:r>
              <a:rPr lang="en-US" b="1" dirty="0"/>
              <a:t> then / catch</a:t>
            </a:r>
          </a:p>
          <a:p>
            <a:r>
              <a:rPr lang="en-US" b="1" dirty="0" err="1"/>
              <a:t>Ví</a:t>
            </a:r>
            <a:r>
              <a:rPr lang="en-US" b="1" dirty="0"/>
              <a:t> </a:t>
            </a:r>
            <a:r>
              <a:rPr lang="en-US" b="1" dirty="0" err="1"/>
              <a:t>dụ</a:t>
            </a:r>
            <a:r>
              <a:rPr lang="en-US" b="1" dirty="0"/>
              <a:t>:</a:t>
            </a:r>
          </a:p>
          <a:p>
            <a:pPr marL="457200" lvl="1" indent="0">
              <a:buNone/>
            </a:pPr>
            <a:r>
              <a:rPr lang="en-US" dirty="0" err="1"/>
              <a:t>getMessage</a:t>
            </a:r>
            <a:r>
              <a:rPr lang="en-US" dirty="0"/>
              <a:t>()</a:t>
            </a:r>
          </a:p>
          <a:p>
            <a:pPr marL="457200" lvl="1" indent="0">
              <a:buNone/>
            </a:pPr>
            <a:r>
              <a:rPr lang="en-US" dirty="0"/>
              <a:t>.then((msg) =&gt; {</a:t>
            </a:r>
          </a:p>
          <a:p>
            <a:pPr marL="457200" lvl="1" indent="0">
              <a:buNone/>
            </a:pPr>
            <a:r>
              <a:rPr lang="en-US" dirty="0"/>
              <a:t>console.log(</a:t>
            </a:r>
            <a:r>
              <a:rPr lang="en-US" dirty="0" err="1"/>
              <a:t>msg.toUpperCase</a:t>
            </a:r>
            <a:r>
              <a:rPr lang="en-US" dirty="0"/>
              <a:t>());</a:t>
            </a:r>
          </a:p>
          <a:p>
            <a:pPr marL="457200" lvl="1" indent="0">
              <a:buNone/>
            </a:pPr>
            <a:r>
              <a:rPr lang="en-US" dirty="0"/>
              <a:t>})</a:t>
            </a:r>
          </a:p>
          <a:p>
            <a:pPr marL="457200" lvl="1" indent="0">
              <a:buNone/>
            </a:pPr>
            <a:r>
              <a:rPr lang="en-US" dirty="0"/>
              <a:t>.catch((error) =&gt; {</a:t>
            </a:r>
          </a:p>
          <a:p>
            <a:pPr marL="457200" lvl="1" indent="0">
              <a:buNone/>
            </a:pPr>
            <a:r>
              <a:rPr lang="en-US" dirty="0"/>
              <a:t>console.log(error);</a:t>
            </a:r>
          </a:p>
          <a:p>
            <a:pPr marL="457200" lvl="1" indent="0">
              <a:buNone/>
            </a:pPr>
            <a:r>
              <a:rPr lang="en-US" dirty="0"/>
              <a:t>});</a:t>
            </a:r>
          </a:p>
          <a:p>
            <a:pPr marL="457200" lvl="1" indent="0">
              <a:buNone/>
            </a:pPr>
            <a:r>
              <a:rPr lang="en-US" dirty="0"/>
              <a:t>👉 msg </a:t>
            </a:r>
            <a:r>
              <a:rPr lang="en-US" dirty="0" err="1"/>
              <a:t>có</a:t>
            </a:r>
            <a:r>
              <a:rPr lang="en-US" dirty="0"/>
              <a:t> </a:t>
            </a:r>
            <a:r>
              <a:rPr lang="en-US" dirty="0" err="1"/>
              <a:t>kiểu</a:t>
            </a:r>
            <a:r>
              <a:rPr lang="en-US" dirty="0"/>
              <a:t> string (TypeScript </a:t>
            </a:r>
            <a:r>
              <a:rPr lang="en-US" dirty="0" err="1"/>
              <a:t>tự</a:t>
            </a:r>
            <a:r>
              <a:rPr lang="en-US" dirty="0"/>
              <a:t> </a:t>
            </a:r>
            <a:r>
              <a:rPr lang="en-US" dirty="0" err="1"/>
              <a:t>suy</a:t>
            </a:r>
            <a:r>
              <a:rPr lang="en-US" dirty="0"/>
              <a:t> </a:t>
            </a:r>
            <a:r>
              <a:rPr lang="en-US" dirty="0" err="1"/>
              <a:t>luận</a:t>
            </a:r>
            <a:r>
              <a:rPr lang="en-US" dirty="0"/>
              <a:t>).</a:t>
            </a:r>
          </a:p>
          <a:p>
            <a:pPr lvl="1"/>
            <a:endParaRPr lang="en-US" b="1" dirty="0"/>
          </a:p>
        </p:txBody>
      </p:sp>
      <p:sp>
        <p:nvSpPr>
          <p:cNvPr id="3" name="Footer Placeholder 2">
            <a:extLst>
              <a:ext uri="{FF2B5EF4-FFF2-40B4-BE49-F238E27FC236}">
                <a16:creationId xmlns:a16="http://schemas.microsoft.com/office/drawing/2014/main" id="{6A594547-F2A0-743A-6490-5FF123E1ECD8}"/>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E037D625-3161-980B-4CA5-E2A60FF50F2C}"/>
              </a:ext>
            </a:extLst>
          </p:cNvPr>
          <p:cNvSpPr>
            <a:spLocks noGrp="1"/>
          </p:cNvSpPr>
          <p:nvPr>
            <p:ph type="sldNum" sz="quarter" idx="4"/>
          </p:nvPr>
        </p:nvSpPr>
        <p:spPr/>
        <p:txBody>
          <a:bodyPr/>
          <a:lstStyle/>
          <a:p>
            <a:fld id="{3A02590D-67BD-4DF2-8CAA-B9002293EB8E}" type="slidenum">
              <a:rPr lang="en-US" smtClean="0"/>
              <a:pPr/>
              <a:t>7</a:t>
            </a:fld>
            <a:endParaRPr lang="en-US" dirty="0"/>
          </a:p>
        </p:txBody>
      </p:sp>
      <p:sp>
        <p:nvSpPr>
          <p:cNvPr id="5" name="Title 4">
            <a:extLst>
              <a:ext uri="{FF2B5EF4-FFF2-40B4-BE49-F238E27FC236}">
                <a16:creationId xmlns:a16="http://schemas.microsoft.com/office/drawing/2014/main" id="{501D95E7-7ED4-4307-FE35-BF8B4A56619A}"/>
              </a:ext>
            </a:extLst>
          </p:cNvPr>
          <p:cNvSpPr>
            <a:spLocks noGrp="1"/>
          </p:cNvSpPr>
          <p:nvPr>
            <p:ph type="title"/>
          </p:nvPr>
        </p:nvSpPr>
        <p:spPr/>
        <p:txBody>
          <a:bodyPr/>
          <a:lstStyle/>
          <a:p>
            <a:r>
              <a:rPr lang="en-US" dirty="0"/>
              <a:t>PROMISE</a:t>
            </a:r>
          </a:p>
        </p:txBody>
      </p:sp>
    </p:spTree>
    <p:extLst>
      <p:ext uri="{BB962C8B-B14F-4D97-AF65-F5344CB8AC3E}">
        <p14:creationId xmlns:p14="http://schemas.microsoft.com/office/powerpoint/2010/main" val="2342023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DA7E-381F-D635-9FEB-5E1C60E4A6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D2A174-2330-B040-285A-F5CE6958DF0B}"/>
              </a:ext>
            </a:extLst>
          </p:cNvPr>
          <p:cNvSpPr>
            <a:spLocks noGrp="1"/>
          </p:cNvSpPr>
          <p:nvPr>
            <p:ph idx="1"/>
          </p:nvPr>
        </p:nvSpPr>
        <p:spPr>
          <a:xfrm>
            <a:off x="0" y="799498"/>
            <a:ext cx="12192000" cy="5604150"/>
          </a:xfrm>
        </p:spPr>
        <p:txBody>
          <a:bodyPr/>
          <a:lstStyle/>
          <a:p>
            <a:r>
              <a:rPr lang="en-US" b="1" dirty="0"/>
              <a:t>Async / Await </a:t>
            </a:r>
            <a:r>
              <a:rPr lang="en-US" b="1" dirty="0" err="1"/>
              <a:t>là</a:t>
            </a:r>
            <a:r>
              <a:rPr lang="en-US" b="1" dirty="0"/>
              <a:t> </a:t>
            </a:r>
            <a:r>
              <a:rPr lang="en-US" b="1" dirty="0" err="1"/>
              <a:t>gì</a:t>
            </a:r>
            <a:r>
              <a:rPr lang="en-US" b="1" dirty="0"/>
              <a:t>?</a:t>
            </a:r>
          </a:p>
          <a:p>
            <a:pPr lvl="1"/>
            <a:r>
              <a:rPr lang="en-US" dirty="0"/>
              <a:t>async / await </a:t>
            </a:r>
            <a:r>
              <a:rPr lang="en-US" dirty="0" err="1"/>
              <a:t>là</a:t>
            </a:r>
            <a:r>
              <a:rPr lang="en-US" dirty="0"/>
              <a:t> </a:t>
            </a:r>
            <a:r>
              <a:rPr lang="en-US" b="1" dirty="0" err="1"/>
              <a:t>cú</a:t>
            </a:r>
            <a:r>
              <a:rPr lang="en-US" b="1" dirty="0"/>
              <a:t> </a:t>
            </a:r>
            <a:r>
              <a:rPr lang="en-US" b="1" dirty="0" err="1"/>
              <a:t>pháp</a:t>
            </a:r>
            <a:r>
              <a:rPr lang="en-US" b="1" dirty="0"/>
              <a:t> </a:t>
            </a:r>
            <a:r>
              <a:rPr lang="en-US" b="1" dirty="0" err="1"/>
              <a:t>viết</a:t>
            </a:r>
            <a:r>
              <a:rPr lang="en-US" b="1" dirty="0"/>
              <a:t> </a:t>
            </a:r>
            <a:r>
              <a:rPr lang="en-US" b="1" dirty="0" err="1"/>
              <a:t>gọn</a:t>
            </a:r>
            <a:r>
              <a:rPr lang="en-US" b="1" dirty="0"/>
              <a:t> Promise</a:t>
            </a:r>
            <a:endParaRPr lang="en-US" dirty="0"/>
          </a:p>
          <a:p>
            <a:pPr lvl="1"/>
            <a:r>
              <a:rPr lang="en-US" dirty="0" err="1"/>
              <a:t>Giúp</a:t>
            </a:r>
            <a:r>
              <a:rPr lang="en-US" dirty="0"/>
              <a:t> code </a:t>
            </a:r>
            <a:r>
              <a:rPr lang="en-US" dirty="0" err="1"/>
              <a:t>bất</a:t>
            </a:r>
            <a:r>
              <a:rPr lang="en-US" dirty="0"/>
              <a:t> </a:t>
            </a:r>
            <a:r>
              <a:rPr lang="en-US" dirty="0" err="1"/>
              <a:t>đồng</a:t>
            </a:r>
            <a:r>
              <a:rPr lang="en-US" dirty="0"/>
              <a:t> </a:t>
            </a:r>
            <a:r>
              <a:rPr lang="en-US" dirty="0" err="1"/>
              <a:t>bộ</a:t>
            </a:r>
            <a:r>
              <a:rPr lang="en-US" dirty="0"/>
              <a:t> </a:t>
            </a:r>
            <a:r>
              <a:rPr lang="en-US" b="1" dirty="0" err="1"/>
              <a:t>giống</a:t>
            </a:r>
            <a:r>
              <a:rPr lang="en-US" b="1" dirty="0"/>
              <a:t> code </a:t>
            </a:r>
            <a:r>
              <a:rPr lang="en-US" b="1" dirty="0" err="1"/>
              <a:t>đồng</a:t>
            </a:r>
            <a:r>
              <a:rPr lang="en-US" b="1" dirty="0"/>
              <a:t> </a:t>
            </a:r>
            <a:r>
              <a:rPr lang="en-US" b="1" dirty="0" err="1"/>
              <a:t>bộ</a:t>
            </a:r>
            <a:endParaRPr lang="en-US" dirty="0"/>
          </a:p>
          <a:p>
            <a:r>
              <a:rPr lang="en-US" b="1" dirty="0" err="1"/>
              <a:t>Ví</a:t>
            </a:r>
            <a:r>
              <a:rPr lang="en-US" b="1" dirty="0"/>
              <a:t> </a:t>
            </a:r>
            <a:r>
              <a:rPr lang="en-US" b="1" dirty="0" err="1"/>
              <a:t>dụ</a:t>
            </a:r>
            <a:endParaRPr lang="en-US" b="1" dirty="0"/>
          </a:p>
          <a:p>
            <a:pPr marL="457200" lvl="1" indent="0">
              <a:buNone/>
            </a:pPr>
            <a:r>
              <a:rPr lang="en-US" dirty="0">
                <a:solidFill>
                  <a:srgbClr val="7030A0"/>
                </a:solidFill>
              </a:rPr>
              <a:t>async</a:t>
            </a:r>
            <a:r>
              <a:rPr lang="en-US" dirty="0"/>
              <a:t> function </a:t>
            </a:r>
            <a:r>
              <a:rPr lang="en-US" dirty="0" err="1"/>
              <a:t>showMessage</a:t>
            </a:r>
            <a:r>
              <a:rPr lang="en-US" dirty="0"/>
              <a:t>(): Promise&lt;void&gt; {</a:t>
            </a:r>
          </a:p>
          <a:p>
            <a:pPr marL="457200" lvl="1" indent="0">
              <a:buNone/>
            </a:pPr>
            <a:r>
              <a:rPr lang="en-US" dirty="0"/>
              <a:t>const msg = </a:t>
            </a:r>
            <a:r>
              <a:rPr lang="en-US" dirty="0">
                <a:solidFill>
                  <a:srgbClr val="7030A0"/>
                </a:solidFill>
              </a:rPr>
              <a:t>await</a:t>
            </a:r>
            <a:r>
              <a:rPr lang="en-US" dirty="0"/>
              <a:t> </a:t>
            </a:r>
            <a:r>
              <a:rPr lang="en-US" dirty="0" err="1"/>
              <a:t>getMessage</a:t>
            </a:r>
            <a:r>
              <a:rPr lang="en-US" dirty="0"/>
              <a:t>();</a:t>
            </a:r>
          </a:p>
          <a:p>
            <a:pPr marL="457200" lvl="1" indent="0">
              <a:buNone/>
            </a:pPr>
            <a:r>
              <a:rPr lang="en-US" dirty="0"/>
              <a:t>console.log(msg);</a:t>
            </a:r>
          </a:p>
          <a:p>
            <a:pPr marL="457200" lvl="1" indent="0">
              <a:buNone/>
            </a:pPr>
            <a:r>
              <a:rPr lang="en-US" dirty="0"/>
              <a:t>}</a:t>
            </a:r>
          </a:p>
          <a:p>
            <a:r>
              <a:rPr lang="en-US" dirty="0" err="1"/>
              <a:t>Hàm</a:t>
            </a:r>
            <a:r>
              <a:rPr lang="en-US" dirty="0"/>
              <a:t> </a:t>
            </a:r>
            <a:r>
              <a:rPr lang="en-US" b="1" dirty="0">
                <a:solidFill>
                  <a:srgbClr val="FF0000"/>
                </a:solidFill>
              </a:rPr>
              <a:t>async</a:t>
            </a:r>
            <a:r>
              <a:rPr lang="en-US" dirty="0"/>
              <a:t> </a:t>
            </a:r>
            <a:r>
              <a:rPr lang="en-US" b="1" dirty="0" err="1"/>
              <a:t>luôn</a:t>
            </a:r>
            <a:r>
              <a:rPr lang="en-US" b="1" dirty="0"/>
              <a:t> </a:t>
            </a:r>
            <a:r>
              <a:rPr lang="en-US" b="1" dirty="0" err="1"/>
              <a:t>trả</a:t>
            </a:r>
            <a:r>
              <a:rPr lang="en-US" b="1" dirty="0"/>
              <a:t> </a:t>
            </a:r>
            <a:r>
              <a:rPr lang="en-US" b="1" dirty="0" err="1"/>
              <a:t>về</a:t>
            </a:r>
            <a:r>
              <a:rPr lang="en-US" b="1" dirty="0"/>
              <a:t> Promise</a:t>
            </a:r>
            <a:r>
              <a:rPr lang="en-US" dirty="0"/>
              <a:t>.</a:t>
            </a:r>
          </a:p>
          <a:p>
            <a:r>
              <a:rPr lang="en-US" b="1" dirty="0">
                <a:solidFill>
                  <a:srgbClr val="FF0000"/>
                </a:solidFill>
              </a:rPr>
              <a:t>await</a:t>
            </a:r>
            <a:r>
              <a:rPr lang="en-US" dirty="0"/>
              <a:t> </a:t>
            </a:r>
            <a:r>
              <a:rPr lang="en-US" dirty="0" err="1"/>
              <a:t>dùng</a:t>
            </a:r>
            <a:r>
              <a:rPr lang="en-US" dirty="0"/>
              <a:t> </a:t>
            </a:r>
            <a:r>
              <a:rPr lang="en-US" dirty="0" err="1"/>
              <a:t>để</a:t>
            </a:r>
            <a:r>
              <a:rPr lang="en-US" dirty="0"/>
              <a:t> </a:t>
            </a:r>
            <a:r>
              <a:rPr lang="en-US" b="1" dirty="0" err="1"/>
              <a:t>chờ</a:t>
            </a:r>
            <a:r>
              <a:rPr lang="en-US" b="1" dirty="0"/>
              <a:t> Promise </a:t>
            </a:r>
            <a:r>
              <a:rPr lang="en-US" b="1" dirty="0" err="1"/>
              <a:t>hoàn</a:t>
            </a:r>
            <a:r>
              <a:rPr lang="en-US" b="1" dirty="0"/>
              <a:t> </a:t>
            </a:r>
            <a:r>
              <a:rPr lang="en-US" b="1" dirty="0" err="1"/>
              <a:t>thành</a:t>
            </a:r>
            <a:endParaRPr lang="en-US" dirty="0"/>
          </a:p>
          <a:p>
            <a:endParaRPr lang="en-US" b="1" dirty="0"/>
          </a:p>
        </p:txBody>
      </p:sp>
      <p:sp>
        <p:nvSpPr>
          <p:cNvPr id="3" name="Footer Placeholder 2">
            <a:extLst>
              <a:ext uri="{FF2B5EF4-FFF2-40B4-BE49-F238E27FC236}">
                <a16:creationId xmlns:a16="http://schemas.microsoft.com/office/drawing/2014/main" id="{56D0BBD0-6DE2-D9D3-C0A4-87702981FAEB}"/>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E064AACE-59F6-D329-AECD-E24291706CFF}"/>
              </a:ext>
            </a:extLst>
          </p:cNvPr>
          <p:cNvSpPr>
            <a:spLocks noGrp="1"/>
          </p:cNvSpPr>
          <p:nvPr>
            <p:ph type="sldNum" sz="quarter" idx="4"/>
          </p:nvPr>
        </p:nvSpPr>
        <p:spPr/>
        <p:txBody>
          <a:bodyPr/>
          <a:lstStyle/>
          <a:p>
            <a:fld id="{3A02590D-67BD-4DF2-8CAA-B9002293EB8E}" type="slidenum">
              <a:rPr lang="en-US" smtClean="0"/>
              <a:pPr/>
              <a:t>8</a:t>
            </a:fld>
            <a:endParaRPr lang="en-US" dirty="0"/>
          </a:p>
        </p:txBody>
      </p:sp>
      <p:sp>
        <p:nvSpPr>
          <p:cNvPr id="5" name="Title 4">
            <a:extLst>
              <a:ext uri="{FF2B5EF4-FFF2-40B4-BE49-F238E27FC236}">
                <a16:creationId xmlns:a16="http://schemas.microsoft.com/office/drawing/2014/main" id="{C043D8E7-B48A-4697-F98C-F4A17B013D1F}"/>
              </a:ext>
            </a:extLst>
          </p:cNvPr>
          <p:cNvSpPr>
            <a:spLocks noGrp="1"/>
          </p:cNvSpPr>
          <p:nvPr>
            <p:ph type="title"/>
          </p:nvPr>
        </p:nvSpPr>
        <p:spPr/>
        <p:txBody>
          <a:bodyPr/>
          <a:lstStyle/>
          <a:p>
            <a:r>
              <a:rPr lang="en-US" dirty="0"/>
              <a:t>ASYNC/AWAIT</a:t>
            </a:r>
          </a:p>
        </p:txBody>
      </p:sp>
    </p:spTree>
    <p:extLst>
      <p:ext uri="{BB962C8B-B14F-4D97-AF65-F5344CB8AC3E}">
        <p14:creationId xmlns:p14="http://schemas.microsoft.com/office/powerpoint/2010/main" val="31478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037C-EB7A-68F4-39EF-392B0A1610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06E7A-4F03-498F-80CB-A96D5D53BFE3}"/>
              </a:ext>
            </a:extLst>
          </p:cNvPr>
          <p:cNvSpPr>
            <a:spLocks noGrp="1"/>
          </p:cNvSpPr>
          <p:nvPr>
            <p:ph idx="1"/>
          </p:nvPr>
        </p:nvSpPr>
        <p:spPr>
          <a:xfrm>
            <a:off x="0" y="799498"/>
            <a:ext cx="12192000" cy="5604150"/>
          </a:xfrm>
        </p:spPr>
        <p:txBody>
          <a:bodyPr/>
          <a:lstStyle/>
          <a:p>
            <a:r>
              <a:rPr lang="en-US" b="1" dirty="0" err="1"/>
              <a:t>Xử</a:t>
            </a:r>
            <a:r>
              <a:rPr lang="en-US" b="1" dirty="0"/>
              <a:t> </a:t>
            </a:r>
            <a:r>
              <a:rPr lang="en-US" b="1" dirty="0" err="1"/>
              <a:t>lý</a:t>
            </a:r>
            <a:r>
              <a:rPr lang="en-US" b="1" dirty="0"/>
              <a:t> </a:t>
            </a:r>
            <a:r>
              <a:rPr lang="en-US" b="1" dirty="0" err="1"/>
              <a:t>lỗi</a:t>
            </a:r>
            <a:r>
              <a:rPr lang="en-US" b="1" dirty="0"/>
              <a:t> </a:t>
            </a:r>
            <a:r>
              <a:rPr lang="en-US" b="1" dirty="0" err="1"/>
              <a:t>với</a:t>
            </a:r>
            <a:r>
              <a:rPr lang="en-US" b="1" dirty="0"/>
              <a:t> async/await</a:t>
            </a:r>
          </a:p>
          <a:p>
            <a:pPr lvl="1"/>
            <a:r>
              <a:rPr lang="en-US" dirty="0" err="1"/>
              <a:t>Sử</a:t>
            </a:r>
            <a:r>
              <a:rPr lang="en-US" dirty="0"/>
              <a:t> </a:t>
            </a:r>
            <a:r>
              <a:rPr lang="en-US" dirty="0" err="1"/>
              <a:t>dụng</a:t>
            </a:r>
            <a:r>
              <a:rPr lang="en-US" dirty="0"/>
              <a:t> </a:t>
            </a:r>
            <a:r>
              <a:rPr lang="vi-VN" dirty="0" err="1"/>
              <a:t>try</a:t>
            </a:r>
            <a:r>
              <a:rPr lang="vi-VN" dirty="0"/>
              <a:t>/</a:t>
            </a:r>
            <a:r>
              <a:rPr lang="vi-VN" dirty="0" err="1"/>
              <a:t>catch</a:t>
            </a:r>
            <a:r>
              <a:rPr lang="en-US" dirty="0"/>
              <a:t> </a:t>
            </a:r>
            <a:r>
              <a:rPr lang="en-US" dirty="0" err="1"/>
              <a:t>để</a:t>
            </a:r>
            <a:r>
              <a:rPr lang="vi-VN" dirty="0"/>
              <a:t> xử lý </a:t>
            </a:r>
            <a:r>
              <a:rPr lang="en-US" dirty="0" err="1"/>
              <a:t>lỗi</a:t>
            </a:r>
            <a:r>
              <a:rPr lang="vi-VN" dirty="0"/>
              <a:t>.</a:t>
            </a:r>
            <a:endParaRPr lang="en-US" dirty="0"/>
          </a:p>
          <a:p>
            <a:r>
              <a:rPr lang="en-US" b="1" dirty="0" err="1"/>
              <a:t>Ví</a:t>
            </a:r>
            <a:r>
              <a:rPr lang="en-US" b="1" dirty="0"/>
              <a:t> </a:t>
            </a:r>
            <a:r>
              <a:rPr lang="en-US" b="1" dirty="0" err="1"/>
              <a:t>dụ</a:t>
            </a:r>
            <a:r>
              <a:rPr lang="en-US" b="1" dirty="0"/>
              <a:t>:</a:t>
            </a:r>
          </a:p>
          <a:p>
            <a:pPr marL="457200" lvl="1" indent="0">
              <a:buNone/>
            </a:pPr>
            <a:r>
              <a:rPr lang="en-US" dirty="0"/>
              <a:t>async function </a:t>
            </a:r>
            <a:r>
              <a:rPr lang="en-US" dirty="0" err="1"/>
              <a:t>loadData</a:t>
            </a:r>
            <a:r>
              <a:rPr lang="en-US" dirty="0"/>
              <a:t>() {</a:t>
            </a:r>
          </a:p>
          <a:p>
            <a:pPr marL="457200" lvl="1" indent="0">
              <a:buNone/>
            </a:pPr>
            <a:r>
              <a:rPr lang="en-US" dirty="0">
                <a:solidFill>
                  <a:srgbClr val="CC0099"/>
                </a:solidFill>
              </a:rPr>
              <a:t>try</a:t>
            </a:r>
            <a:r>
              <a:rPr lang="en-US" dirty="0"/>
              <a:t> {</a:t>
            </a:r>
          </a:p>
          <a:p>
            <a:pPr marL="457200" lvl="1" indent="0">
              <a:buNone/>
            </a:pPr>
            <a:r>
              <a:rPr lang="en-US" dirty="0"/>
              <a:t>const msg = await </a:t>
            </a:r>
            <a:r>
              <a:rPr lang="en-US" dirty="0" err="1"/>
              <a:t>getMessage</a:t>
            </a:r>
            <a:r>
              <a:rPr lang="en-US" dirty="0"/>
              <a:t>();</a:t>
            </a:r>
          </a:p>
          <a:p>
            <a:pPr marL="457200" lvl="1" indent="0">
              <a:buNone/>
            </a:pPr>
            <a:r>
              <a:rPr lang="en-US" dirty="0"/>
              <a:t>console.log(msg);</a:t>
            </a:r>
          </a:p>
          <a:p>
            <a:pPr marL="457200" lvl="1" indent="0">
              <a:buNone/>
            </a:pPr>
            <a:r>
              <a:rPr lang="en-US" dirty="0"/>
              <a:t>} </a:t>
            </a:r>
            <a:r>
              <a:rPr lang="en-US" dirty="0">
                <a:solidFill>
                  <a:srgbClr val="CC0099"/>
                </a:solidFill>
              </a:rPr>
              <a:t>catch</a:t>
            </a:r>
            <a:r>
              <a:rPr lang="en-US" dirty="0"/>
              <a:t> (error) {</a:t>
            </a:r>
          </a:p>
          <a:p>
            <a:pPr marL="457200" lvl="1" indent="0">
              <a:buNone/>
            </a:pPr>
            <a:r>
              <a:rPr lang="en-US" dirty="0"/>
              <a:t>console.log("</a:t>
            </a:r>
            <a:r>
              <a:rPr lang="en-US" dirty="0" err="1"/>
              <a:t>Có</a:t>
            </a:r>
            <a:r>
              <a:rPr lang="en-US" dirty="0"/>
              <a:t> </a:t>
            </a:r>
            <a:r>
              <a:rPr lang="en-US" dirty="0" err="1"/>
              <a:t>lỗi</a:t>
            </a:r>
            <a:r>
              <a:rPr lang="en-US" dirty="0"/>
              <a:t> </a:t>
            </a:r>
            <a:r>
              <a:rPr lang="en-US" dirty="0" err="1"/>
              <a:t>xảy</a:t>
            </a:r>
            <a:r>
              <a:rPr lang="en-US" dirty="0"/>
              <a:t> </a:t>
            </a:r>
            <a:r>
              <a:rPr lang="en-US" dirty="0" err="1"/>
              <a:t>ra</a:t>
            </a:r>
            <a:r>
              <a:rPr lang="en-US" dirty="0"/>
              <a:t>");</a:t>
            </a:r>
          </a:p>
          <a:p>
            <a:pPr marL="457200" lvl="1" indent="0">
              <a:buNone/>
            </a:pPr>
            <a:r>
              <a:rPr lang="en-US" dirty="0"/>
              <a:t>}</a:t>
            </a:r>
          </a:p>
          <a:p>
            <a:pPr marL="457200" lvl="1" indent="0">
              <a:buNone/>
            </a:pPr>
            <a:r>
              <a:rPr lang="en-US" dirty="0"/>
              <a:t>}</a:t>
            </a:r>
          </a:p>
          <a:p>
            <a:endParaRPr lang="en-US" b="1" dirty="0"/>
          </a:p>
        </p:txBody>
      </p:sp>
      <p:sp>
        <p:nvSpPr>
          <p:cNvPr id="3" name="Footer Placeholder 2">
            <a:extLst>
              <a:ext uri="{FF2B5EF4-FFF2-40B4-BE49-F238E27FC236}">
                <a16:creationId xmlns:a16="http://schemas.microsoft.com/office/drawing/2014/main" id="{6D2A8F82-C0F3-756E-F21B-705EC39CEB29}"/>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570CD40E-8DE9-E4D5-2218-C6D30D91C773}"/>
              </a:ext>
            </a:extLst>
          </p:cNvPr>
          <p:cNvSpPr>
            <a:spLocks noGrp="1"/>
          </p:cNvSpPr>
          <p:nvPr>
            <p:ph type="sldNum" sz="quarter" idx="4"/>
          </p:nvPr>
        </p:nvSpPr>
        <p:spPr/>
        <p:txBody>
          <a:bodyPr/>
          <a:lstStyle/>
          <a:p>
            <a:fld id="{3A02590D-67BD-4DF2-8CAA-B9002293EB8E}" type="slidenum">
              <a:rPr lang="en-US" smtClean="0"/>
              <a:pPr/>
              <a:t>9</a:t>
            </a:fld>
            <a:endParaRPr lang="en-US" dirty="0"/>
          </a:p>
        </p:txBody>
      </p:sp>
      <p:sp>
        <p:nvSpPr>
          <p:cNvPr id="5" name="Title 4">
            <a:extLst>
              <a:ext uri="{FF2B5EF4-FFF2-40B4-BE49-F238E27FC236}">
                <a16:creationId xmlns:a16="http://schemas.microsoft.com/office/drawing/2014/main" id="{11262635-EBD2-0A24-77AE-1EACB2C1190F}"/>
              </a:ext>
            </a:extLst>
          </p:cNvPr>
          <p:cNvSpPr>
            <a:spLocks noGrp="1"/>
          </p:cNvSpPr>
          <p:nvPr>
            <p:ph type="title"/>
          </p:nvPr>
        </p:nvSpPr>
        <p:spPr/>
        <p:txBody>
          <a:bodyPr/>
          <a:lstStyle/>
          <a:p>
            <a:r>
              <a:rPr lang="en-US"/>
              <a:t>PROMISE VÀ ASYNC/AWAITy trong TypeScript</a:t>
            </a:r>
          </a:p>
        </p:txBody>
      </p:sp>
    </p:spTree>
    <p:extLst>
      <p:ext uri="{BB962C8B-B14F-4D97-AF65-F5344CB8AC3E}">
        <p14:creationId xmlns:p14="http://schemas.microsoft.com/office/powerpoint/2010/main" val="1945632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0B11-DAAC-BCAC-4491-12C8EF89CE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6C2398-3219-BCF5-D2B0-8FCE9B602A5C}"/>
              </a:ext>
            </a:extLst>
          </p:cNvPr>
          <p:cNvSpPr>
            <a:spLocks noGrp="1"/>
          </p:cNvSpPr>
          <p:nvPr>
            <p:ph idx="1"/>
          </p:nvPr>
        </p:nvSpPr>
        <p:spPr>
          <a:xfrm>
            <a:off x="0" y="799498"/>
            <a:ext cx="12192000" cy="5604150"/>
          </a:xfrm>
        </p:spPr>
        <p:txBody>
          <a:bodyPr>
            <a:normAutofit/>
          </a:bodyPr>
          <a:lstStyle/>
          <a:p>
            <a:r>
              <a:rPr lang="en-US" b="1" dirty="0" err="1"/>
              <a:t>Chạy</a:t>
            </a:r>
            <a:r>
              <a:rPr lang="en-US" b="1" dirty="0"/>
              <a:t> </a:t>
            </a:r>
            <a:r>
              <a:rPr lang="en-US" b="1" dirty="0" err="1"/>
              <a:t>nhiều</a:t>
            </a:r>
            <a:r>
              <a:rPr lang="en-US" b="1" dirty="0"/>
              <a:t> Promise </a:t>
            </a:r>
            <a:r>
              <a:rPr lang="en-US" b="1" dirty="0" err="1"/>
              <a:t>cùng</a:t>
            </a:r>
            <a:r>
              <a:rPr lang="en-US" b="1" dirty="0"/>
              <a:t> </a:t>
            </a:r>
            <a:r>
              <a:rPr lang="en-US" b="1" dirty="0" err="1"/>
              <a:t>lúc</a:t>
            </a:r>
            <a:endParaRPr lang="en-US" b="1" dirty="0"/>
          </a:p>
          <a:p>
            <a:r>
              <a:rPr lang="en-US" b="1" dirty="0" err="1"/>
              <a:t>Ví</a:t>
            </a:r>
            <a:r>
              <a:rPr lang="en-US" b="1" dirty="0"/>
              <a:t> </a:t>
            </a:r>
            <a:r>
              <a:rPr lang="en-US" b="1" dirty="0" err="1"/>
              <a:t>dụ</a:t>
            </a:r>
            <a:r>
              <a:rPr lang="en-US" b="1" dirty="0"/>
              <a:t>:</a:t>
            </a:r>
          </a:p>
          <a:p>
            <a:pPr marL="457200" lvl="1" indent="0">
              <a:buNone/>
            </a:pPr>
            <a:r>
              <a:rPr lang="en-US" dirty="0">
                <a:solidFill>
                  <a:srgbClr val="CC0099"/>
                </a:solidFill>
              </a:rPr>
              <a:t>async</a:t>
            </a:r>
            <a:r>
              <a:rPr lang="en-US" dirty="0"/>
              <a:t> function </a:t>
            </a:r>
            <a:r>
              <a:rPr lang="en-US" dirty="0" err="1"/>
              <a:t>runTasks</a:t>
            </a:r>
            <a:r>
              <a:rPr lang="en-US" dirty="0"/>
              <a:t>() {</a:t>
            </a:r>
          </a:p>
          <a:p>
            <a:pPr marL="457200" lvl="1" indent="0">
              <a:buNone/>
            </a:pPr>
            <a:r>
              <a:rPr lang="en-US" dirty="0"/>
              <a:t>const results = </a:t>
            </a:r>
            <a:r>
              <a:rPr lang="en-US" dirty="0">
                <a:solidFill>
                  <a:srgbClr val="CC0099"/>
                </a:solidFill>
              </a:rPr>
              <a:t>await</a:t>
            </a:r>
            <a:r>
              <a:rPr lang="en-US" dirty="0"/>
              <a:t> </a:t>
            </a:r>
            <a:r>
              <a:rPr lang="en-US" dirty="0" err="1">
                <a:solidFill>
                  <a:srgbClr val="FF0000"/>
                </a:solidFill>
              </a:rPr>
              <a:t>Promise.all</a:t>
            </a:r>
            <a:r>
              <a:rPr lang="en-US" dirty="0"/>
              <a:t>([</a:t>
            </a:r>
          </a:p>
          <a:p>
            <a:pPr marL="457200" lvl="1" indent="0">
              <a:buNone/>
            </a:pPr>
            <a:r>
              <a:rPr lang="en-US" dirty="0" err="1"/>
              <a:t>getMessage</a:t>
            </a:r>
            <a:r>
              <a:rPr lang="en-US" dirty="0"/>
              <a:t>(),</a:t>
            </a:r>
          </a:p>
          <a:p>
            <a:pPr marL="457200" lvl="1" indent="0">
              <a:buNone/>
            </a:pPr>
            <a:r>
              <a:rPr lang="en-US" dirty="0" err="1"/>
              <a:t>getText</a:t>
            </a:r>
            <a:r>
              <a:rPr lang="en-US" dirty="0"/>
              <a:t>()</a:t>
            </a:r>
          </a:p>
          <a:p>
            <a:pPr marL="457200" lvl="1" indent="0">
              <a:buNone/>
            </a:pPr>
            <a:r>
              <a:rPr lang="en-US" dirty="0"/>
              <a:t>]);</a:t>
            </a:r>
          </a:p>
          <a:p>
            <a:pPr marL="457200" lvl="1" indent="0">
              <a:buNone/>
            </a:pPr>
            <a:br>
              <a:rPr lang="en-US" dirty="0"/>
            </a:br>
            <a:endParaRPr lang="en-US" dirty="0"/>
          </a:p>
          <a:p>
            <a:pPr marL="457200" lvl="1" indent="0">
              <a:buNone/>
            </a:pPr>
            <a:r>
              <a:rPr lang="en-US" dirty="0"/>
              <a:t>console.log(results);</a:t>
            </a:r>
          </a:p>
          <a:p>
            <a:pPr marL="457200" lvl="1" indent="0">
              <a:buNone/>
            </a:pPr>
            <a:r>
              <a:rPr lang="en-US" dirty="0"/>
              <a:t>}</a:t>
            </a:r>
          </a:p>
          <a:p>
            <a:pPr marL="0" indent="0">
              <a:buNone/>
            </a:pPr>
            <a:r>
              <a:rPr lang="en-US" b="1" dirty="0"/>
              <a:t>     </a:t>
            </a:r>
            <a:r>
              <a:rPr lang="en-US" dirty="0"/>
              <a:t>👉 </a:t>
            </a:r>
            <a:r>
              <a:rPr lang="en-US" dirty="0" err="1"/>
              <a:t>Promise.all</a:t>
            </a:r>
            <a:r>
              <a:rPr lang="en-US" dirty="0"/>
              <a:t> </a:t>
            </a:r>
            <a:r>
              <a:rPr lang="en-US" dirty="0" err="1"/>
              <a:t>dùng</a:t>
            </a:r>
            <a:r>
              <a:rPr lang="en-US" dirty="0"/>
              <a:t> </a:t>
            </a:r>
            <a:r>
              <a:rPr lang="en-US" dirty="0" err="1"/>
              <a:t>khi</a:t>
            </a:r>
            <a:r>
              <a:rPr lang="en-US" dirty="0"/>
              <a:t> </a:t>
            </a:r>
            <a:r>
              <a:rPr lang="en-US" dirty="0" err="1"/>
              <a:t>muốn</a:t>
            </a:r>
            <a:r>
              <a:rPr lang="en-US" dirty="0"/>
              <a:t> </a:t>
            </a:r>
            <a:r>
              <a:rPr lang="en-US" b="1" dirty="0" err="1"/>
              <a:t>chạy</a:t>
            </a:r>
            <a:r>
              <a:rPr lang="en-US" b="1" dirty="0"/>
              <a:t> song </a:t>
            </a:r>
            <a:r>
              <a:rPr lang="en-US" b="1" dirty="0" err="1"/>
              <a:t>song</a:t>
            </a:r>
            <a:r>
              <a:rPr lang="en-US" b="1" dirty="0"/>
              <a:t> </a:t>
            </a:r>
            <a:r>
              <a:rPr lang="en-US" b="1" dirty="0" err="1"/>
              <a:t>nhiều</a:t>
            </a:r>
            <a:r>
              <a:rPr lang="en-US" b="1" dirty="0"/>
              <a:t> </a:t>
            </a:r>
            <a:r>
              <a:rPr lang="en-US" b="1" dirty="0" err="1"/>
              <a:t>tác</a:t>
            </a:r>
            <a:r>
              <a:rPr lang="en-US" b="1" dirty="0"/>
              <a:t> </a:t>
            </a:r>
            <a:r>
              <a:rPr lang="en-US" b="1" dirty="0" err="1"/>
              <a:t>vụ</a:t>
            </a:r>
            <a:r>
              <a:rPr lang="en-US" dirty="0"/>
              <a:t>.</a:t>
            </a:r>
            <a:endParaRPr lang="en-US" b="1" dirty="0"/>
          </a:p>
        </p:txBody>
      </p:sp>
      <p:sp>
        <p:nvSpPr>
          <p:cNvPr id="3" name="Footer Placeholder 2">
            <a:extLst>
              <a:ext uri="{FF2B5EF4-FFF2-40B4-BE49-F238E27FC236}">
                <a16:creationId xmlns:a16="http://schemas.microsoft.com/office/drawing/2014/main" id="{BF58F3E0-37B8-ECC0-C5B6-5086A60BD72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B76C431E-6BD5-7B67-597A-5463789D921F}"/>
              </a:ext>
            </a:extLst>
          </p:cNvPr>
          <p:cNvSpPr>
            <a:spLocks noGrp="1"/>
          </p:cNvSpPr>
          <p:nvPr>
            <p:ph type="sldNum" sz="quarter" idx="4"/>
          </p:nvPr>
        </p:nvSpPr>
        <p:spPr/>
        <p:txBody>
          <a:bodyPr/>
          <a:lstStyle/>
          <a:p>
            <a:fld id="{3A02590D-67BD-4DF2-8CAA-B9002293EB8E}" type="slidenum">
              <a:rPr lang="en-US" smtClean="0"/>
              <a:pPr/>
              <a:t>10</a:t>
            </a:fld>
            <a:endParaRPr lang="en-US" dirty="0"/>
          </a:p>
        </p:txBody>
      </p:sp>
      <p:sp>
        <p:nvSpPr>
          <p:cNvPr id="5" name="Title 4">
            <a:extLst>
              <a:ext uri="{FF2B5EF4-FFF2-40B4-BE49-F238E27FC236}">
                <a16:creationId xmlns:a16="http://schemas.microsoft.com/office/drawing/2014/main" id="{D0304CD2-4DBB-C346-B46C-0EAE5784A506}"/>
              </a:ext>
            </a:extLst>
          </p:cNvPr>
          <p:cNvSpPr>
            <a:spLocks noGrp="1"/>
          </p:cNvSpPr>
          <p:nvPr>
            <p:ph type="title"/>
          </p:nvPr>
        </p:nvSpPr>
        <p:spPr/>
        <p:txBody>
          <a:bodyPr/>
          <a:lstStyle/>
          <a:p>
            <a:r>
              <a:rPr lang="en-US" dirty="0" err="1"/>
              <a:t>Sử</a:t>
            </a:r>
            <a:r>
              <a:rPr lang="en-US" dirty="0"/>
              <a:t> </a:t>
            </a:r>
            <a:r>
              <a:rPr lang="en-US" dirty="0" err="1"/>
              <a:t>dụng</a:t>
            </a:r>
            <a:r>
              <a:rPr lang="en-US" dirty="0"/>
              <a:t> Promise </a:t>
            </a:r>
            <a:r>
              <a:rPr lang="en-US" dirty="0" err="1"/>
              <a:t>với</a:t>
            </a:r>
            <a:r>
              <a:rPr lang="en-US" dirty="0"/>
              <a:t> </a:t>
            </a:r>
            <a:r>
              <a:rPr lang="en-US" dirty="0" err="1"/>
              <a:t>kiểu</a:t>
            </a:r>
            <a:r>
              <a:rPr lang="en-US" dirty="0"/>
              <a:t> </a:t>
            </a:r>
            <a:r>
              <a:rPr lang="en-US" dirty="0" err="1"/>
              <a:t>dữ</a:t>
            </a:r>
            <a:r>
              <a:rPr lang="en-US" dirty="0"/>
              <a:t> </a:t>
            </a:r>
            <a:r>
              <a:rPr lang="en-US" dirty="0" err="1"/>
              <a:t>liệu</a:t>
            </a:r>
            <a:endParaRPr lang="en-US" dirty="0"/>
          </a:p>
        </p:txBody>
      </p:sp>
    </p:spTree>
    <p:extLst>
      <p:ext uri="{BB962C8B-B14F-4D97-AF65-F5344CB8AC3E}">
        <p14:creationId xmlns:p14="http://schemas.microsoft.com/office/powerpoint/2010/main" val="1175186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05793-C890-52DC-CD1D-AEEF9857F0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D205E2-1C25-C681-9ACF-E6D83786A24E}"/>
              </a:ext>
            </a:extLst>
          </p:cNvPr>
          <p:cNvSpPr>
            <a:spLocks noGrp="1"/>
          </p:cNvSpPr>
          <p:nvPr>
            <p:ph idx="1"/>
          </p:nvPr>
        </p:nvSpPr>
        <p:spPr>
          <a:xfrm>
            <a:off x="0" y="799498"/>
            <a:ext cx="12192000" cy="5604150"/>
          </a:xfrm>
        </p:spPr>
        <p:txBody>
          <a:bodyPr>
            <a:normAutofit/>
          </a:bodyPr>
          <a:lstStyle/>
          <a:p>
            <a:r>
              <a:rPr lang="en-US" b="1" dirty="0">
                <a:solidFill>
                  <a:srgbClr val="FF0000"/>
                </a:solidFill>
              </a:rPr>
              <a:t>Mini Practice</a:t>
            </a:r>
          </a:p>
          <a:p>
            <a:r>
              <a:rPr lang="en-US" b="1" dirty="0" err="1">
                <a:solidFill>
                  <a:srgbClr val="FF0000"/>
                </a:solidFill>
              </a:rPr>
              <a:t>Yêu</a:t>
            </a:r>
            <a:r>
              <a:rPr lang="en-US" b="1" dirty="0">
                <a:solidFill>
                  <a:srgbClr val="FF0000"/>
                </a:solidFill>
              </a:rPr>
              <a:t> </a:t>
            </a:r>
            <a:r>
              <a:rPr lang="en-US" b="1" dirty="0" err="1">
                <a:solidFill>
                  <a:srgbClr val="FF0000"/>
                </a:solidFill>
              </a:rPr>
              <a:t>cầu</a:t>
            </a:r>
            <a:endParaRPr lang="en-US" b="1" dirty="0">
              <a:solidFill>
                <a:srgbClr val="FF0000"/>
              </a:solidFill>
            </a:endParaRPr>
          </a:p>
          <a:p>
            <a:pPr lvl="1"/>
            <a:r>
              <a:rPr lang="en-US" dirty="0" err="1"/>
              <a:t>Viết</a:t>
            </a:r>
            <a:r>
              <a:rPr lang="en-US" dirty="0"/>
              <a:t> </a:t>
            </a:r>
            <a:r>
              <a:rPr lang="en-US" dirty="0" err="1"/>
              <a:t>hàm</a:t>
            </a:r>
            <a:r>
              <a:rPr lang="en-US" dirty="0"/>
              <a:t> </a:t>
            </a:r>
            <a:r>
              <a:rPr lang="en-US" dirty="0" err="1"/>
              <a:t>delayNumber</a:t>
            </a:r>
            <a:r>
              <a:rPr lang="en-US" dirty="0"/>
              <a:t>:</a:t>
            </a:r>
          </a:p>
          <a:p>
            <a:pPr lvl="2"/>
            <a:r>
              <a:rPr lang="en-US" sz="2400" dirty="0" err="1"/>
              <a:t>Trả</a:t>
            </a:r>
            <a:r>
              <a:rPr lang="en-US" sz="2400" dirty="0"/>
              <a:t> </a:t>
            </a:r>
            <a:r>
              <a:rPr lang="en-US" sz="2400" dirty="0" err="1"/>
              <a:t>về</a:t>
            </a:r>
            <a:r>
              <a:rPr lang="en-US" sz="2400" dirty="0"/>
              <a:t> Promise&lt;number&gt;</a:t>
            </a:r>
          </a:p>
          <a:p>
            <a:pPr lvl="2"/>
            <a:r>
              <a:rPr lang="en-US" sz="2400" dirty="0"/>
              <a:t>Sau 2 </a:t>
            </a:r>
            <a:r>
              <a:rPr lang="en-US" sz="2400" dirty="0" err="1"/>
              <a:t>giây</a:t>
            </a:r>
            <a:r>
              <a:rPr lang="en-US" sz="2400" dirty="0"/>
              <a:t> </a:t>
            </a:r>
            <a:r>
              <a:rPr lang="en-US" sz="2400" dirty="0" err="1"/>
              <a:t>trả</a:t>
            </a:r>
            <a:r>
              <a:rPr lang="en-US" sz="2400" dirty="0"/>
              <a:t> </a:t>
            </a:r>
            <a:r>
              <a:rPr lang="en-US" sz="2400" dirty="0" err="1"/>
              <a:t>về</a:t>
            </a:r>
            <a:r>
              <a:rPr lang="en-US" sz="2400" dirty="0"/>
              <a:t> </a:t>
            </a:r>
            <a:r>
              <a:rPr lang="en-US" sz="2400" dirty="0" err="1"/>
              <a:t>số</a:t>
            </a:r>
            <a:r>
              <a:rPr lang="en-US" sz="2400" dirty="0"/>
              <a:t> 10</a:t>
            </a:r>
          </a:p>
          <a:p>
            <a:pPr lvl="1"/>
            <a:r>
              <a:rPr lang="en-US" dirty="0" err="1"/>
              <a:t>Viết</a:t>
            </a:r>
            <a:r>
              <a:rPr lang="en-US" dirty="0"/>
              <a:t> </a:t>
            </a:r>
            <a:r>
              <a:rPr lang="en-US" dirty="0" err="1"/>
              <a:t>hàm</a:t>
            </a:r>
            <a:r>
              <a:rPr lang="en-US" dirty="0"/>
              <a:t> async </a:t>
            </a:r>
            <a:r>
              <a:rPr lang="en-US" dirty="0" err="1"/>
              <a:t>để</a:t>
            </a:r>
            <a:r>
              <a:rPr lang="en-US" dirty="0"/>
              <a:t> in </a:t>
            </a:r>
            <a:r>
              <a:rPr lang="en-US" dirty="0" err="1"/>
              <a:t>kết</a:t>
            </a:r>
            <a:r>
              <a:rPr lang="en-US" dirty="0"/>
              <a:t> </a:t>
            </a:r>
            <a:r>
              <a:rPr lang="en-US" dirty="0" err="1"/>
              <a:t>quả</a:t>
            </a:r>
            <a:r>
              <a:rPr lang="en-US" dirty="0"/>
              <a:t> </a:t>
            </a:r>
            <a:r>
              <a:rPr lang="en-US" dirty="0" err="1"/>
              <a:t>ra</a:t>
            </a:r>
            <a:r>
              <a:rPr lang="en-US" dirty="0"/>
              <a:t> console</a:t>
            </a:r>
          </a:p>
          <a:p>
            <a:pPr marL="457200" lvl="1" indent="0">
              <a:buNone/>
            </a:pPr>
            <a:br>
              <a:rPr lang="en-US" dirty="0"/>
            </a:br>
            <a:endParaRPr lang="en-US" dirty="0"/>
          </a:p>
        </p:txBody>
      </p:sp>
      <p:sp>
        <p:nvSpPr>
          <p:cNvPr id="3" name="Footer Placeholder 2">
            <a:extLst>
              <a:ext uri="{FF2B5EF4-FFF2-40B4-BE49-F238E27FC236}">
                <a16:creationId xmlns:a16="http://schemas.microsoft.com/office/drawing/2014/main" id="{D4875B12-ECD7-2050-FCBB-AE3CC6EEFA40}"/>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8D338D74-7762-DC1C-5D8C-AA1F9A944F80}"/>
              </a:ext>
            </a:extLst>
          </p:cNvPr>
          <p:cNvSpPr>
            <a:spLocks noGrp="1"/>
          </p:cNvSpPr>
          <p:nvPr>
            <p:ph type="sldNum" sz="quarter" idx="4"/>
          </p:nvPr>
        </p:nvSpPr>
        <p:spPr/>
        <p:txBody>
          <a:bodyPr/>
          <a:lstStyle/>
          <a:p>
            <a:fld id="{3A02590D-67BD-4DF2-8CAA-B9002293EB8E}" type="slidenum">
              <a:rPr lang="en-US" smtClean="0"/>
              <a:pPr/>
              <a:t>11</a:t>
            </a:fld>
            <a:endParaRPr lang="en-US" dirty="0"/>
          </a:p>
        </p:txBody>
      </p:sp>
      <p:sp>
        <p:nvSpPr>
          <p:cNvPr id="5" name="Title 4">
            <a:extLst>
              <a:ext uri="{FF2B5EF4-FFF2-40B4-BE49-F238E27FC236}">
                <a16:creationId xmlns:a16="http://schemas.microsoft.com/office/drawing/2014/main" id="{C86E54AA-3E72-C19D-FBB3-A4B0ECA6B655}"/>
              </a:ext>
            </a:extLst>
          </p:cNvPr>
          <p:cNvSpPr>
            <a:spLocks noGrp="1"/>
          </p:cNvSpPr>
          <p:nvPr>
            <p:ph type="title"/>
          </p:nvPr>
        </p:nvSpPr>
        <p:spPr/>
        <p:txBody>
          <a:bodyPr/>
          <a:lstStyle/>
          <a:p>
            <a:r>
              <a:rPr lang="en-US" dirty="0" err="1"/>
              <a:t>Sử</a:t>
            </a:r>
            <a:r>
              <a:rPr lang="en-US" dirty="0"/>
              <a:t> </a:t>
            </a:r>
            <a:r>
              <a:rPr lang="en-US" dirty="0" err="1"/>
              <a:t>dụng</a:t>
            </a:r>
            <a:r>
              <a:rPr lang="en-US" dirty="0"/>
              <a:t> Promise </a:t>
            </a:r>
            <a:r>
              <a:rPr lang="en-US" dirty="0" err="1"/>
              <a:t>với</a:t>
            </a:r>
            <a:r>
              <a:rPr lang="en-US" dirty="0"/>
              <a:t> </a:t>
            </a:r>
            <a:r>
              <a:rPr lang="en-US" dirty="0" err="1"/>
              <a:t>kiểu</a:t>
            </a:r>
            <a:r>
              <a:rPr lang="en-US" dirty="0"/>
              <a:t> </a:t>
            </a:r>
            <a:r>
              <a:rPr lang="en-US" dirty="0" err="1"/>
              <a:t>dữ</a:t>
            </a:r>
            <a:r>
              <a:rPr lang="en-US" dirty="0"/>
              <a:t> </a:t>
            </a:r>
            <a:r>
              <a:rPr lang="en-US" dirty="0" err="1"/>
              <a:t>liệu</a:t>
            </a:r>
            <a:endParaRPr lang="en-US" dirty="0"/>
          </a:p>
        </p:txBody>
      </p:sp>
    </p:spTree>
    <p:extLst>
      <p:ext uri="{BB962C8B-B14F-4D97-AF65-F5344CB8AC3E}">
        <p14:creationId xmlns:p14="http://schemas.microsoft.com/office/powerpoint/2010/main" val="3778403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34C5-EDC6-8D9B-34C8-597FC190D8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6B68C3-EFE5-B000-742C-47A46783B7A6}"/>
              </a:ext>
            </a:extLst>
          </p:cNvPr>
          <p:cNvSpPr>
            <a:spLocks noGrp="1"/>
          </p:cNvSpPr>
          <p:nvPr>
            <p:ph idx="1"/>
          </p:nvPr>
        </p:nvSpPr>
        <p:spPr>
          <a:xfrm>
            <a:off x="0" y="799498"/>
            <a:ext cx="12192000" cy="5604150"/>
          </a:xfrm>
        </p:spPr>
        <p:txBody>
          <a:bodyPr>
            <a:normAutofit/>
          </a:bodyPr>
          <a:lstStyle/>
          <a:p>
            <a:r>
              <a:rPr lang="en-US" dirty="0" err="1"/>
              <a:t>Gọi</a:t>
            </a:r>
            <a:r>
              <a:rPr lang="en-US" dirty="0"/>
              <a:t> API / </a:t>
            </a:r>
            <a:r>
              <a:rPr lang="en-US" dirty="0" err="1"/>
              <a:t>làm</a:t>
            </a:r>
            <a:r>
              <a:rPr lang="en-US" dirty="0"/>
              <a:t> </a:t>
            </a:r>
            <a:r>
              <a:rPr lang="en-US" dirty="0" err="1"/>
              <a:t>việc</a:t>
            </a:r>
            <a:r>
              <a:rPr lang="en-US" dirty="0"/>
              <a:t> </a:t>
            </a:r>
            <a:r>
              <a:rPr lang="en-US" dirty="0" err="1"/>
              <a:t>với</a:t>
            </a:r>
            <a:r>
              <a:rPr lang="en-US" dirty="0"/>
              <a:t> server</a:t>
            </a:r>
          </a:p>
          <a:p>
            <a:r>
              <a:rPr lang="en-US" dirty="0"/>
              <a:t>Timer, delay, animation</a:t>
            </a:r>
          </a:p>
          <a:p>
            <a:r>
              <a:rPr lang="vi-VN" dirty="0"/>
              <a:t>Xử lý sự kiện người dùng (</a:t>
            </a:r>
            <a:r>
              <a:rPr lang="vi-VN" dirty="0" err="1"/>
              <a:t>event</a:t>
            </a:r>
            <a:r>
              <a:rPr lang="vi-VN" dirty="0"/>
              <a:t>)</a:t>
            </a:r>
            <a:endParaRPr lang="en-US" dirty="0"/>
          </a:p>
          <a:p>
            <a:r>
              <a:rPr lang="en-US" dirty="0" err="1"/>
              <a:t>Tính</a:t>
            </a:r>
            <a:r>
              <a:rPr lang="en-US" dirty="0"/>
              <a:t> </a:t>
            </a:r>
            <a:r>
              <a:rPr lang="en-US" dirty="0" err="1"/>
              <a:t>toán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a:t>
            </a:r>
          </a:p>
          <a:p>
            <a:r>
              <a:rPr lang="en-US" dirty="0" err="1"/>
              <a:t>Gọi</a:t>
            </a:r>
            <a:r>
              <a:rPr lang="en-US" dirty="0"/>
              <a:t> </a:t>
            </a:r>
            <a:r>
              <a:rPr lang="en-US" dirty="0" err="1"/>
              <a:t>nhiều</a:t>
            </a:r>
            <a:r>
              <a:rPr lang="en-US" dirty="0"/>
              <a:t> </a:t>
            </a:r>
            <a:r>
              <a:rPr lang="en-US" dirty="0" err="1"/>
              <a:t>tác</a:t>
            </a:r>
            <a:r>
              <a:rPr lang="en-US" dirty="0"/>
              <a:t> </a:t>
            </a:r>
            <a:r>
              <a:rPr lang="en-US" dirty="0" err="1"/>
              <a:t>vụ</a:t>
            </a:r>
            <a:r>
              <a:rPr lang="en-US" dirty="0"/>
              <a:t> </a:t>
            </a:r>
            <a:r>
              <a:rPr lang="en-US" dirty="0" err="1"/>
              <a:t>cùng</a:t>
            </a:r>
            <a:r>
              <a:rPr lang="en-US" dirty="0"/>
              <a:t> </a:t>
            </a:r>
            <a:r>
              <a:rPr lang="en-US" dirty="0" err="1"/>
              <a:t>lúc</a:t>
            </a:r>
            <a:br>
              <a:rPr lang="en-US" dirty="0"/>
            </a:br>
            <a:endParaRPr lang="en-US" dirty="0"/>
          </a:p>
        </p:txBody>
      </p:sp>
      <p:sp>
        <p:nvSpPr>
          <p:cNvPr id="3" name="Footer Placeholder 2">
            <a:extLst>
              <a:ext uri="{FF2B5EF4-FFF2-40B4-BE49-F238E27FC236}">
                <a16:creationId xmlns:a16="http://schemas.microsoft.com/office/drawing/2014/main" id="{93456C00-6886-EA1E-E0D8-EA74F140E940}"/>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4ED65963-0BFC-834A-1CD6-8F6BBADD1D98}"/>
              </a:ext>
            </a:extLst>
          </p:cNvPr>
          <p:cNvSpPr>
            <a:spLocks noGrp="1"/>
          </p:cNvSpPr>
          <p:nvPr>
            <p:ph type="sldNum" sz="quarter" idx="4"/>
          </p:nvPr>
        </p:nvSpPr>
        <p:spPr/>
        <p:txBody>
          <a:bodyPr/>
          <a:lstStyle/>
          <a:p>
            <a:fld id="{3A02590D-67BD-4DF2-8CAA-B9002293EB8E}" type="slidenum">
              <a:rPr lang="en-US" smtClean="0"/>
              <a:pPr/>
              <a:t>12</a:t>
            </a:fld>
            <a:endParaRPr lang="en-US" dirty="0"/>
          </a:p>
        </p:txBody>
      </p:sp>
      <p:sp>
        <p:nvSpPr>
          <p:cNvPr id="5" name="Title 4">
            <a:extLst>
              <a:ext uri="{FF2B5EF4-FFF2-40B4-BE49-F238E27FC236}">
                <a16:creationId xmlns:a16="http://schemas.microsoft.com/office/drawing/2014/main" id="{18781634-1EC6-AB36-1562-9C24F9CEA5A9}"/>
              </a:ext>
            </a:extLst>
          </p:cNvPr>
          <p:cNvSpPr>
            <a:spLocks noGrp="1"/>
          </p:cNvSpPr>
          <p:nvPr>
            <p:ph type="title"/>
          </p:nvPr>
        </p:nvSpPr>
        <p:spPr/>
        <p:txBody>
          <a:bodyPr/>
          <a:lstStyle/>
          <a:p>
            <a:r>
              <a:rPr lang="en-US" dirty="0"/>
              <a:t>Trường </a:t>
            </a:r>
            <a:r>
              <a:rPr lang="en-US" dirty="0" err="1"/>
              <a:t>hợp</a:t>
            </a:r>
            <a:r>
              <a:rPr lang="en-US" dirty="0"/>
              <a:t> </a:t>
            </a:r>
            <a:r>
              <a:rPr lang="en-US" dirty="0" err="1"/>
              <a:t>xử</a:t>
            </a:r>
            <a:r>
              <a:rPr lang="en-US" dirty="0"/>
              <a:t> </a:t>
            </a:r>
            <a:r>
              <a:rPr lang="en-US" dirty="0" err="1"/>
              <a:t>lý</a:t>
            </a:r>
            <a:r>
              <a:rPr lang="en-US" dirty="0"/>
              <a:t> </a:t>
            </a:r>
            <a:r>
              <a:rPr lang="en-US" dirty="0" err="1"/>
              <a:t>bất</a:t>
            </a:r>
            <a:r>
              <a:rPr lang="en-US" dirty="0"/>
              <a:t> </a:t>
            </a:r>
            <a:r>
              <a:rPr lang="en-US" dirty="0" err="1"/>
              <a:t>đồng</a:t>
            </a:r>
            <a:r>
              <a:rPr lang="en-US" dirty="0"/>
              <a:t> </a:t>
            </a:r>
            <a:r>
              <a:rPr lang="en-US" dirty="0" err="1"/>
              <a:t>bộ</a:t>
            </a:r>
            <a:r>
              <a:rPr lang="en-US" dirty="0"/>
              <a:t> </a:t>
            </a:r>
            <a:r>
              <a:rPr lang="en-US" dirty="0" err="1"/>
              <a:t>trong</a:t>
            </a:r>
            <a:r>
              <a:rPr lang="en-US" dirty="0"/>
              <a:t> </a:t>
            </a:r>
            <a:r>
              <a:rPr lang="en-US" dirty="0" err="1"/>
              <a:t>dự</a:t>
            </a:r>
            <a:r>
              <a:rPr lang="en-US" dirty="0"/>
              <a:t> </a:t>
            </a:r>
            <a:r>
              <a:rPr lang="en-US" dirty="0" err="1"/>
              <a:t>án</a:t>
            </a:r>
            <a:r>
              <a:rPr lang="en-US" dirty="0"/>
              <a:t> </a:t>
            </a:r>
            <a:r>
              <a:rPr lang="en-US" dirty="0" err="1"/>
              <a:t>thực</a:t>
            </a:r>
            <a:r>
              <a:rPr lang="en-US" dirty="0"/>
              <a:t> </a:t>
            </a:r>
            <a:r>
              <a:rPr lang="en-US" dirty="0" err="1"/>
              <a:t>tế</a:t>
            </a:r>
            <a:endParaRPr lang="en-US" dirty="0"/>
          </a:p>
        </p:txBody>
      </p:sp>
    </p:spTree>
    <p:extLst>
      <p:ext uri="{BB962C8B-B14F-4D97-AF65-F5344CB8AC3E}">
        <p14:creationId xmlns:p14="http://schemas.microsoft.com/office/powerpoint/2010/main" val="2943979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FC1A0-F61E-A207-C38A-A2FF327888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29D477-64AD-113D-4A5C-E8272BBF05D8}"/>
              </a:ext>
            </a:extLst>
          </p:cNvPr>
          <p:cNvSpPr>
            <a:spLocks noGrp="1"/>
          </p:cNvSpPr>
          <p:nvPr>
            <p:ph idx="1"/>
          </p:nvPr>
        </p:nvSpPr>
        <p:spPr>
          <a:xfrm>
            <a:off x="0" y="799498"/>
            <a:ext cx="12192000" cy="5604150"/>
          </a:xfrm>
        </p:spPr>
        <p:txBody>
          <a:bodyPr>
            <a:normAutofit/>
          </a:bodyPr>
          <a:lstStyle/>
          <a:p>
            <a:r>
              <a:rPr lang="vi-VN" b="1" dirty="0">
                <a:solidFill>
                  <a:srgbClr val="FF0000"/>
                </a:solidFill>
              </a:rPr>
              <a:t>Tổng kết</a:t>
            </a:r>
          </a:p>
          <a:p>
            <a:pPr lvl="1"/>
            <a:r>
              <a:rPr lang="vi-VN" dirty="0"/>
              <a:t>Xử lý bất đồng bộ trong </a:t>
            </a:r>
            <a:r>
              <a:rPr lang="vi-VN" dirty="0" err="1"/>
              <a:t>TypeScript</a:t>
            </a:r>
            <a:r>
              <a:rPr lang="vi-VN" dirty="0"/>
              <a:t> dựa trên:</a:t>
            </a:r>
          </a:p>
          <a:p>
            <a:pPr lvl="2"/>
            <a:r>
              <a:rPr lang="vi-VN" dirty="0" err="1"/>
              <a:t>Promise</a:t>
            </a:r>
            <a:r>
              <a:rPr lang="vi-VN" dirty="0"/>
              <a:t>&lt;T&gt;</a:t>
            </a:r>
          </a:p>
          <a:p>
            <a:pPr lvl="2"/>
            <a:r>
              <a:rPr lang="vi-VN" dirty="0" err="1"/>
              <a:t>async</a:t>
            </a:r>
            <a:r>
              <a:rPr lang="vi-VN" dirty="0"/>
              <a:t> / </a:t>
            </a:r>
            <a:r>
              <a:rPr lang="vi-VN" dirty="0" err="1"/>
              <a:t>await</a:t>
            </a:r>
            <a:endParaRPr lang="vi-VN" dirty="0"/>
          </a:p>
          <a:p>
            <a:pPr lvl="1"/>
            <a:r>
              <a:rPr lang="vi-VN" dirty="0" err="1"/>
              <a:t>TypeScript</a:t>
            </a:r>
            <a:r>
              <a:rPr lang="vi-VN" dirty="0"/>
              <a:t> giúp:</a:t>
            </a:r>
          </a:p>
          <a:p>
            <a:pPr lvl="2"/>
            <a:r>
              <a:rPr lang="vi-VN" dirty="0"/>
              <a:t>Biết trước kiểu dữ liệu</a:t>
            </a:r>
          </a:p>
          <a:p>
            <a:pPr lvl="2"/>
            <a:r>
              <a:rPr lang="vi-VN" dirty="0"/>
              <a:t>Viết </a:t>
            </a:r>
            <a:r>
              <a:rPr lang="vi-VN" dirty="0" err="1"/>
              <a:t>code</a:t>
            </a:r>
            <a:r>
              <a:rPr lang="vi-VN" dirty="0"/>
              <a:t> rõ ràng</a:t>
            </a:r>
          </a:p>
          <a:p>
            <a:pPr lvl="2"/>
            <a:r>
              <a:rPr lang="vi-VN" dirty="0"/>
              <a:t>Giảm lỗi </a:t>
            </a:r>
            <a:r>
              <a:rPr lang="vi-VN" dirty="0" err="1"/>
              <a:t>runtime</a:t>
            </a:r>
            <a:endParaRPr lang="vi-VN" dirty="0"/>
          </a:p>
          <a:p>
            <a:pPr lvl="1"/>
            <a:r>
              <a:rPr lang="vi-VN" b="1" dirty="0" err="1"/>
              <a:t>TypeScript</a:t>
            </a:r>
            <a:r>
              <a:rPr lang="vi-VN" b="1" dirty="0"/>
              <a:t> không làm bất đồng bộ nhanh hơn, mà làm nó an toàn và dễ hiểu hơn.</a:t>
            </a:r>
            <a:endParaRPr lang="vi-VN" dirty="0"/>
          </a:p>
          <a:p>
            <a:pPr marL="457200" lvl="1" indent="0">
              <a:buNone/>
            </a:pPr>
            <a:br>
              <a:rPr lang="en-US" dirty="0"/>
            </a:br>
            <a:endParaRPr lang="en-US" dirty="0"/>
          </a:p>
        </p:txBody>
      </p:sp>
      <p:sp>
        <p:nvSpPr>
          <p:cNvPr id="3" name="Footer Placeholder 2">
            <a:extLst>
              <a:ext uri="{FF2B5EF4-FFF2-40B4-BE49-F238E27FC236}">
                <a16:creationId xmlns:a16="http://schemas.microsoft.com/office/drawing/2014/main" id="{8C8979FC-78C6-CE7C-E563-23D4A3059450}"/>
              </a:ext>
            </a:extLst>
          </p:cNvPr>
          <p:cNvSpPr>
            <a:spLocks noGrp="1"/>
          </p:cNvSpPr>
          <p:nvPr>
            <p:ph type="ftr" sz="quarter" idx="3"/>
          </p:nvPr>
        </p:nvSpPr>
        <p:spPr/>
        <p:txBody>
          <a:bodyPr/>
          <a:lstStyle/>
          <a:p>
            <a:r>
              <a:rPr lang="en-US"/>
              <a:t>KHOA CÔNG NGHỆ THÔNG TIN – LẬP TRÌNH TYPESCRIPT</a:t>
            </a:r>
            <a:endParaRPr lang="en-US" dirty="0"/>
          </a:p>
        </p:txBody>
      </p:sp>
      <p:sp>
        <p:nvSpPr>
          <p:cNvPr id="4" name="Slide Number Placeholder 3">
            <a:extLst>
              <a:ext uri="{FF2B5EF4-FFF2-40B4-BE49-F238E27FC236}">
                <a16:creationId xmlns:a16="http://schemas.microsoft.com/office/drawing/2014/main" id="{929D7B7A-6D28-4A02-FD47-87C2FB45BF40}"/>
              </a:ext>
            </a:extLst>
          </p:cNvPr>
          <p:cNvSpPr>
            <a:spLocks noGrp="1"/>
          </p:cNvSpPr>
          <p:nvPr>
            <p:ph type="sldNum" sz="quarter" idx="4"/>
          </p:nvPr>
        </p:nvSpPr>
        <p:spPr/>
        <p:txBody>
          <a:bodyPr/>
          <a:lstStyle/>
          <a:p>
            <a:fld id="{3A02590D-67BD-4DF2-8CAA-B9002293EB8E}" type="slidenum">
              <a:rPr lang="en-US" smtClean="0"/>
              <a:pPr/>
              <a:t>13</a:t>
            </a:fld>
            <a:endParaRPr lang="en-US" dirty="0"/>
          </a:p>
        </p:txBody>
      </p:sp>
      <p:sp>
        <p:nvSpPr>
          <p:cNvPr id="5" name="Title 4">
            <a:extLst>
              <a:ext uri="{FF2B5EF4-FFF2-40B4-BE49-F238E27FC236}">
                <a16:creationId xmlns:a16="http://schemas.microsoft.com/office/drawing/2014/main" id="{8AF2F308-32C6-EFD2-5147-68D281F76B50}"/>
              </a:ext>
            </a:extLst>
          </p:cNvPr>
          <p:cNvSpPr>
            <a:spLocks noGrp="1"/>
          </p:cNvSpPr>
          <p:nvPr>
            <p:ph type="title"/>
          </p:nvPr>
        </p:nvSpPr>
        <p:spPr/>
        <p:txBody>
          <a:bodyPr/>
          <a:lstStyle/>
          <a:p>
            <a:r>
              <a:rPr lang="en-US" dirty="0" err="1"/>
              <a:t>Xử</a:t>
            </a:r>
            <a:r>
              <a:rPr lang="en-US" dirty="0"/>
              <a:t> </a:t>
            </a:r>
            <a:r>
              <a:rPr lang="en-US" dirty="0" err="1"/>
              <a:t>lý</a:t>
            </a:r>
            <a:r>
              <a:rPr lang="en-US" dirty="0"/>
              <a:t> </a:t>
            </a:r>
            <a:r>
              <a:rPr lang="en-US" dirty="0" err="1"/>
              <a:t>bất</a:t>
            </a:r>
            <a:r>
              <a:rPr lang="en-US" dirty="0"/>
              <a:t> </a:t>
            </a:r>
            <a:r>
              <a:rPr lang="en-US" dirty="0" err="1"/>
              <a:t>đồng</a:t>
            </a:r>
            <a:r>
              <a:rPr lang="en-US" dirty="0"/>
              <a:t> </a:t>
            </a:r>
            <a:r>
              <a:rPr lang="en-US" dirty="0" err="1"/>
              <a:t>bộ</a:t>
            </a:r>
            <a:endParaRPr lang="en-US" dirty="0"/>
          </a:p>
        </p:txBody>
      </p:sp>
    </p:spTree>
    <p:extLst>
      <p:ext uri="{BB962C8B-B14F-4D97-AF65-F5344CB8AC3E}">
        <p14:creationId xmlns:p14="http://schemas.microsoft.com/office/powerpoint/2010/main" val="71754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chor="ctr">
            <a:normAutofit/>
          </a:bodyPr>
          <a:lstStyle/>
          <a:p>
            <a:pPr marL="0" indent="0" algn="ctr">
              <a:buNone/>
            </a:pPr>
            <a:r>
              <a:rPr lang="en-US" sz="8800">
                <a:solidFill>
                  <a:srgbClr val="0000CC"/>
                </a:solidFill>
              </a:rPr>
              <a:t>THANK YOU</a:t>
            </a:r>
          </a:p>
        </p:txBody>
      </p:sp>
      <p:sp>
        <p:nvSpPr>
          <p:cNvPr id="4" name="Footer Placeholder 3">
            <a:extLst>
              <a:ext uri="{FF2B5EF4-FFF2-40B4-BE49-F238E27FC236}">
                <a16:creationId xmlns:a16="http://schemas.microsoft.com/office/drawing/2014/main" id="{1D33AD92-5E87-E375-BEDD-20E8E001EEDE}"/>
              </a:ext>
            </a:extLst>
          </p:cNvPr>
          <p:cNvSpPr>
            <a:spLocks noGrp="1"/>
          </p:cNvSpPr>
          <p:nvPr>
            <p:ph type="ftr" sz="quarter" idx="3"/>
          </p:nvPr>
        </p:nvSpPr>
        <p:spPr/>
        <p:txBody>
          <a:bodyPr/>
          <a:lstStyle/>
          <a:p>
            <a:r>
              <a:rPr lang="en-US"/>
              <a:t>KHOA CÔNG NGHỆ THÔNG TIN – LẬP TRÌNH TYPESCRIPT</a:t>
            </a:r>
            <a:endParaRPr lang="en-US" dirty="0"/>
          </a:p>
        </p:txBody>
      </p:sp>
      <p:sp>
        <p:nvSpPr>
          <p:cNvPr id="5" name="Slide Number Placeholder 4">
            <a:extLst>
              <a:ext uri="{FF2B5EF4-FFF2-40B4-BE49-F238E27FC236}">
                <a16:creationId xmlns:a16="http://schemas.microsoft.com/office/drawing/2014/main" id="{C2D20BA4-9A69-0F54-B570-F9F236F71D63}"/>
              </a:ext>
            </a:extLst>
          </p:cNvPr>
          <p:cNvSpPr>
            <a:spLocks noGrp="1"/>
          </p:cNvSpPr>
          <p:nvPr>
            <p:ph type="sldNum" sz="quarter" idx="4"/>
          </p:nvPr>
        </p:nvSpPr>
        <p:spPr/>
        <p:txBody>
          <a:bodyPr/>
          <a:lstStyle/>
          <a:p>
            <a:fld id="{3A02590D-67BD-4DF2-8CAA-B9002293EB8E}" type="slidenum">
              <a:rPr lang="en-US" smtClean="0"/>
              <a:pPr/>
              <a:t>14</a:t>
            </a:fld>
            <a:endParaRPr lang="en-US" dirty="0"/>
          </a:p>
        </p:txBody>
      </p:sp>
    </p:spTree>
    <p:extLst>
      <p:ext uri="{BB962C8B-B14F-4D97-AF65-F5344CB8AC3E}">
        <p14:creationId xmlns:p14="http://schemas.microsoft.com/office/powerpoint/2010/main" val="3266096323"/>
      </p:ext>
    </p:extLst>
  </p:cSld>
  <p:clrMapOvr>
    <a:masterClrMapping/>
  </p:clrMapOvr>
</p:sld>
</file>

<file path=ppt/theme/theme1.xml><?xml version="1.0" encoding="utf-8"?>
<a:theme xmlns:a="http://schemas.openxmlformats.org/drawingml/2006/main" name="Blue - v3">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ain font">
      <a:majorFont>
        <a:latin typeface="Nunito Bold"/>
        <a:ea typeface=""/>
        <a:cs typeface=""/>
      </a:majorFont>
      <a:minorFont>
        <a:latin typeface="Nuni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4432</TotalTime>
  <Words>834</Words>
  <Application>Microsoft Office PowerPoint</Application>
  <PresentationFormat>Widescreen</PresentationFormat>
  <Paragraphs>149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Nunito</vt:lpstr>
      <vt:lpstr>Times New Roman</vt:lpstr>
      <vt:lpstr>Wingdings</vt:lpstr>
      <vt:lpstr>Blue - v3</vt:lpstr>
      <vt:lpstr>PowerPoint Presentation</vt:lpstr>
      <vt:lpstr>PowerPoint Presentation</vt:lpstr>
      <vt:lpstr>XỬ LÝ ĐỒNG BỘ</vt:lpstr>
      <vt:lpstr>XỬ LÝ BẤT ĐỒNG BỘ</vt:lpstr>
      <vt:lpstr>PROMISE</vt:lpstr>
      <vt:lpstr>PROMISE</vt:lpstr>
      <vt:lpstr>PROMISE</vt:lpstr>
      <vt:lpstr>ASYNC/AWAIT</vt:lpstr>
      <vt:lpstr>PROMISE VÀ ASYNC/AWAITy trong TypeScript</vt:lpstr>
      <vt:lpstr>Sử dụng Promise với kiểu dữ liệu</vt:lpstr>
      <vt:lpstr>Sử dụng Promise với kiểu dữ liệu</vt:lpstr>
      <vt:lpstr>Trường hợp xử lý bất đồng bộ trong dự án thực tế</vt:lpstr>
      <vt:lpstr>Xử lý bất đồng bộ</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This PC</dc:creator>
  <cp:lastModifiedBy>Thắng Vĩnh</cp:lastModifiedBy>
  <cp:revision>318</cp:revision>
  <dcterms:created xsi:type="dcterms:W3CDTF">2021-12-20T01:48:15Z</dcterms:created>
  <dcterms:modified xsi:type="dcterms:W3CDTF">2025-12-24T03:41:18Z</dcterms:modified>
</cp:coreProperties>
</file>